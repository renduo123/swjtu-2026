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7" r:id="rId2"/>
    <p:sldId id="258" r:id="rId3"/>
    <p:sldId id="261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288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8FEB4D-E32C-4F81-81A9-31BAA1DD93E9}" type="datetimeFigureOut">
              <a:rPr lang="zh-CN" altLang="en-US" smtClean="0"/>
              <a:t>2022/12/12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348A20-06CC-4282-B861-398E8E7646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409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【</a:t>
            </a:r>
            <a:r>
              <a:rPr lang="zh-CN" altLang="en-US" dirty="0"/>
              <a:t>感谢兴兴的投稿</a:t>
            </a:r>
            <a:r>
              <a:rPr lang="en-US" altLang="zh-CN" dirty="0"/>
              <a:t>】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EB3709-D926-420C-B233-39C5616EAE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5392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【</a:t>
            </a:r>
            <a:r>
              <a:rPr lang="zh-CN" altLang="en-US" dirty="0"/>
              <a:t>感谢兴兴的投稿</a:t>
            </a:r>
            <a:r>
              <a:rPr lang="en-US" altLang="zh-CN" dirty="0"/>
              <a:t>】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EB3709-D926-420C-B233-39C5616EAE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0354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【</a:t>
            </a:r>
            <a:r>
              <a:rPr lang="zh-CN" altLang="en-US" dirty="0"/>
              <a:t>感谢兴兴的投稿</a:t>
            </a:r>
            <a:r>
              <a:rPr lang="en-US" altLang="zh-CN" dirty="0"/>
              <a:t>】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EB3709-D926-420C-B233-39C5616EAE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5626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655FED-A3EA-4119-BB5B-DA227F7AC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82F6BA-C320-49C5-983E-F95610B2B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8E0F4B-2731-420D-B8C7-1969B5D4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F1591-7B17-44A4-9EBB-127D5B0D0BCE}" type="datetimeFigureOut">
              <a:rPr lang="zh-CN" altLang="en-US" smtClean="0"/>
              <a:t>2022/12/12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FC8E7C-1413-49C3-AFC0-BDB2F5428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371A10-3301-42FB-9326-C8B06E55D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2A9A3-453A-49B5-B529-04D288922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546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A6EAE8-EC9E-4C33-8B56-AFD1526E3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BA0651-DDE0-47E9-901D-4BA745A81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DB356E-930B-440B-8D26-9571444CE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F1591-7B17-44A4-9EBB-127D5B0D0BCE}" type="datetimeFigureOut">
              <a:rPr lang="zh-CN" altLang="en-US" smtClean="0"/>
              <a:t>2022/12/12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C3186B-BEDC-4F0C-8961-EA796FE8E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CE1CB8-D35F-4ECD-A2AF-03D3B3AA9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2A9A3-453A-49B5-B529-04D288922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52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BA02D6-FD60-4E5F-B6FD-AD60647A3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C989FE-73C2-4C35-9EC8-44FAE9952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9F3666-516C-4548-ABD3-886BF84BC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F1591-7B17-44A4-9EBB-127D5B0D0BCE}" type="datetimeFigureOut">
              <a:rPr lang="zh-CN" altLang="en-US" smtClean="0"/>
              <a:t>2022/12/12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AE2BB3-A6B2-44FF-926B-50D609E49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E2EA07-77BE-471C-BF58-9FD88D9B4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2A9A3-453A-49B5-B529-04D288922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536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CA5A9F-F24E-4AD8-8B71-D7B2C37A2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A5972E-1187-44FB-BF04-8B7AEACC83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74C9A3-69BE-4D7D-8BB1-63852BDA7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10FDE4-2299-496F-94E8-B7FD43A3F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F1591-7B17-44A4-9EBB-127D5B0D0BCE}" type="datetimeFigureOut">
              <a:rPr lang="zh-CN" altLang="en-US" smtClean="0"/>
              <a:t>2022/12/12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743A53-742E-42D9-A84B-297081275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B48DD5-3FFA-4970-A976-5D91C0C15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2A9A3-453A-49B5-B529-04D288922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69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433A74-4729-4AD1-8303-A23AA585F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454556-4265-4CA8-B1DB-30318DCF7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73BB42-76FF-436C-BFF6-76586C0B6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29D8A39-31FB-4866-956D-5BCD2EE36E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33340EB-FF17-4604-ADF3-EC2FA4C83F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6CCC224-D563-4089-8302-C1FDF53E2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F1591-7B17-44A4-9EBB-127D5B0D0BCE}" type="datetimeFigureOut">
              <a:rPr lang="zh-CN" altLang="en-US" smtClean="0"/>
              <a:t>2022/12/12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4676D79-22C2-4AE9-9545-9E32227EA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83B67C9-271A-46BF-B08A-56D397AC9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2A9A3-453A-49B5-B529-04D288922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4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C196A5-3992-41E6-9E62-FE853896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0719085-DC49-4410-9162-3E9F788A9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F1591-7B17-44A4-9EBB-127D5B0D0BCE}" type="datetimeFigureOut">
              <a:rPr lang="zh-CN" altLang="en-US" smtClean="0"/>
              <a:t>2022/12/12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1E05355-2F75-409F-9287-FC9D3C773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9CF2D8-C8A3-4D1A-883F-CD65F9BFD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2A9A3-453A-49B5-B529-04D288922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095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D75DAB8-0B9B-4421-BE4A-731DCF864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F1591-7B17-44A4-9EBB-127D5B0D0BCE}" type="datetimeFigureOut">
              <a:rPr lang="zh-CN" altLang="en-US" smtClean="0"/>
              <a:t>2022/12/12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902D034-32A7-479A-AE02-739AA5EB6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875FCC-7B3C-4B29-B141-AFC757E17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2A9A3-453A-49B5-B529-04D288922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92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23587-F912-43C6-AF00-2A5ADF466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34D082-A815-469A-ABD9-F33895D86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92DECF-8798-442F-85A4-5D5711A73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BCB088-02D5-4765-BF97-FE9476E06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F1591-7B17-44A4-9EBB-127D5B0D0BCE}" type="datetimeFigureOut">
              <a:rPr lang="zh-CN" altLang="en-US" smtClean="0"/>
              <a:t>2022/12/12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AB1EAB-EFD9-4061-9CEF-73E75688A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A759D2-7D25-4714-8E0E-9C0862304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2A9A3-453A-49B5-B529-04D288922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991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8D4563-1F7B-4582-B82D-820DCD73E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164B3BF-64DD-49B4-8AB6-CF73FA165A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4BE060-5FA8-4F62-9119-0B0457F8B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2B1889-7787-43CB-A1E7-F2DB0F67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F1591-7B17-44A4-9EBB-127D5B0D0BCE}" type="datetimeFigureOut">
              <a:rPr lang="zh-CN" altLang="en-US" smtClean="0"/>
              <a:t>2022/12/12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AE394E-D20A-4234-A855-0F6A2E876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E37C38-E2A7-4847-B376-D65FE9AF0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2A9A3-453A-49B5-B529-04D288922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646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F6EEBE-ED3C-4894-9EBD-CE0D23A1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3D25431-8520-43D1-9F64-2485FF7984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1750AF-776D-4EBA-8BA9-A9BAB9719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F1591-7B17-44A4-9EBB-127D5B0D0BCE}" type="datetimeFigureOut">
              <a:rPr lang="zh-CN" altLang="en-US" smtClean="0"/>
              <a:t>2022/12/12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BFBE0F-DB4B-451F-B10B-C6655DCE6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C12D9E-ECBF-4431-897D-C0DBF8B74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2A9A3-453A-49B5-B529-04D288922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211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7D7CE91-0164-47B2-95E5-6CF7FB97A5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81A2A1-4DB2-42D5-85DE-CBAC2D191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58EF8A-69C2-4C05-B472-86BBD7E32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F1591-7B17-44A4-9EBB-127D5B0D0BCE}" type="datetimeFigureOut">
              <a:rPr lang="zh-CN" altLang="en-US" smtClean="0"/>
              <a:t>2022/12/12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F9EA55-E424-43AD-969F-AC96183A8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0D6677-53EF-4403-BAD2-C0ABA361B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2A9A3-453A-49B5-B529-04D288922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246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F090DCB-FD10-40BD-9948-2F76B66CF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28F3CC-B05C-439C-84A5-72E54FAF1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76DE44-9246-41A6-AE1C-522361ECD2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DF1591-7B17-44A4-9EBB-127D5B0D0BCE}" type="datetimeFigureOut">
              <a:rPr lang="zh-CN" altLang="en-US" smtClean="0"/>
              <a:t>2022/12/12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653BA1-0862-4129-A790-802B5629E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6B85CA-F4B1-4285-BD68-7179525485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2A9A3-453A-49B5-B529-04D288922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097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65765FA4-C205-4501-BBD9-2786BE82B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646615" y="-2765931"/>
            <a:ext cx="6858000" cy="12192000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16D39B41-865E-4918-9837-49B6293902E8}"/>
              </a:ext>
            </a:extLst>
          </p:cNvPr>
          <p:cNvGrpSpPr/>
          <p:nvPr/>
        </p:nvGrpSpPr>
        <p:grpSpPr>
          <a:xfrm>
            <a:off x="116681" y="238492"/>
            <a:ext cx="11649459" cy="6887755"/>
            <a:chOff x="116681" y="276592"/>
            <a:chExt cx="11649458" cy="6887754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4EB9DCA9-5C86-4296-8749-F6ECDEFB77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40430" r="27997" b="1"/>
            <a:stretch/>
          </p:blipFill>
          <p:spPr>
            <a:xfrm>
              <a:off x="116681" y="4066611"/>
              <a:ext cx="2498598" cy="3096559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9C3AC363-EA8A-495D-A2D7-E9BF5D2A5B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0888" t="63720"/>
            <a:stretch/>
          </p:blipFill>
          <p:spPr>
            <a:xfrm>
              <a:off x="10061877" y="5278395"/>
              <a:ext cx="1704262" cy="1885951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E1F89805-4DC3-409D-AAB3-F5C8CCB41F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22414" b="79684"/>
            <a:stretch/>
          </p:blipFill>
          <p:spPr>
            <a:xfrm>
              <a:off x="116681" y="276592"/>
              <a:ext cx="2692336" cy="1056096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025EBF08-64C9-4AFC-B425-C3C1706FCB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9985" b="59483"/>
            <a:stretch/>
          </p:blipFill>
          <p:spPr>
            <a:xfrm>
              <a:off x="9681945" y="276997"/>
              <a:ext cx="2082607" cy="2106178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8101380D-6038-4077-8274-203DFD2EB4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1639" r="22415" b="79684"/>
            <a:stretch/>
          </p:blipFill>
          <p:spPr>
            <a:xfrm>
              <a:off x="2810699" y="276592"/>
              <a:ext cx="6871246" cy="1056096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7381625F-DDFD-4226-8F2F-902D3FBE35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9300" t="63720" r="22050"/>
            <a:stretch/>
          </p:blipFill>
          <p:spPr>
            <a:xfrm>
              <a:off x="2615279" y="5278395"/>
              <a:ext cx="7459298" cy="1885951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FAFBB7B3-5D30-451B-97CF-E3550C0761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6436" t="63720" b="27777"/>
            <a:stretch/>
          </p:blipFill>
          <p:spPr>
            <a:xfrm>
              <a:off x="10946849" y="2383175"/>
              <a:ext cx="817701" cy="3337241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80AF5B20-E8BD-46CB-AAB1-EE374ED073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-1" t="17006" r="66582" b="72916"/>
            <a:stretch/>
          </p:blipFill>
          <p:spPr>
            <a:xfrm>
              <a:off x="116681" y="1330086"/>
              <a:ext cx="1159669" cy="2756139"/>
            </a:xfrm>
            <a:prstGeom prst="rect">
              <a:avLst/>
            </a:prstGeom>
          </p:spPr>
        </p:pic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348E9BF1-1B0F-4BC0-A474-7EA84718F9D9}"/>
              </a:ext>
            </a:extLst>
          </p:cNvPr>
          <p:cNvSpPr txBox="1"/>
          <p:nvPr/>
        </p:nvSpPr>
        <p:spPr>
          <a:xfrm>
            <a:off x="3993498" y="4900996"/>
            <a:ext cx="4205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姓名：任铎      学号：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2021111750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54BFE76D-51C7-41B8-ACF2-154BA6CB6E91}"/>
              </a:ext>
            </a:extLst>
          </p:cNvPr>
          <p:cNvGrpSpPr/>
          <p:nvPr/>
        </p:nvGrpSpPr>
        <p:grpSpPr>
          <a:xfrm>
            <a:off x="1167622" y="1636318"/>
            <a:ext cx="9874627" cy="4940797"/>
            <a:chOff x="218999" y="-1334461"/>
            <a:chExt cx="9874627" cy="4940797"/>
          </a:xfrm>
        </p:grpSpPr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877DE526-3673-4C29-B077-9BEDE2FE0A0C}"/>
                </a:ext>
              </a:extLst>
            </p:cNvPr>
            <p:cNvSpPr txBox="1"/>
            <p:nvPr/>
          </p:nvSpPr>
          <p:spPr>
            <a:xfrm>
              <a:off x="218999" y="-1334461"/>
              <a:ext cx="9610389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How </a:t>
              </a:r>
              <a:r>
                <a:rPr kumimoji="0" lang="en-US" altLang="zh-CN" sz="4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Artficial</a:t>
              </a:r>
              <a:r>
                <a: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Intelligence is Making High-speed Railways Safer ,More Efficient and More Energy Saving</a:t>
              </a:r>
              <a:endPara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13">
              <a:extLst>
                <a:ext uri="{FF2B5EF4-FFF2-40B4-BE49-F238E27FC236}">
                  <a16:creationId xmlns:a16="http://schemas.microsoft.com/office/drawing/2014/main" id="{0B30E976-2472-455C-AF6C-3868EEE2BE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7399" y="3329337"/>
              <a:ext cx="803622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dist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TALKING ABOUT THE INTEGRATION OF INFORMATION TECHNOLOGY AND ENGLISH TEACHING</a:t>
              </a:r>
            </a:p>
          </p:txBody>
        </p:sp>
      </p:grpSp>
      <p:pic>
        <p:nvPicPr>
          <p:cNvPr id="74" name="图片 73">
            <a:extLst>
              <a:ext uri="{FF2B5EF4-FFF2-40B4-BE49-F238E27FC236}">
                <a16:creationId xmlns:a16="http://schemas.microsoft.com/office/drawing/2014/main" id="{CD34E496-5D1A-4910-8B3B-0D072B3981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8193" t="21661" b="61533"/>
          <a:stretch>
            <a:fillRect/>
          </a:stretch>
        </p:blipFill>
        <p:spPr>
          <a:xfrm>
            <a:off x="11140588" y="1161353"/>
            <a:ext cx="1031027" cy="1191825"/>
          </a:xfrm>
          <a:custGeom>
            <a:avLst/>
            <a:gdLst>
              <a:gd name="connsiteX0" fmla="*/ 0 w 997029"/>
              <a:gd name="connsiteY0" fmla="*/ 0 h 1152525"/>
              <a:gd name="connsiteX1" fmla="*/ 997029 w 997029"/>
              <a:gd name="connsiteY1" fmla="*/ 0 h 1152525"/>
              <a:gd name="connsiteX2" fmla="*/ 997029 w 997029"/>
              <a:gd name="connsiteY2" fmla="*/ 1152525 h 1152525"/>
              <a:gd name="connsiteX3" fmla="*/ 0 w 997029"/>
              <a:gd name="connsiteY3" fmla="*/ 1152525 h 115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7029" h="1152525">
                <a:moveTo>
                  <a:pt x="0" y="0"/>
                </a:moveTo>
                <a:lnTo>
                  <a:pt x="997029" y="0"/>
                </a:lnTo>
                <a:lnTo>
                  <a:pt x="997029" y="1152525"/>
                </a:lnTo>
                <a:lnTo>
                  <a:pt x="0" y="1152525"/>
                </a:lnTo>
                <a:close/>
              </a:path>
            </a:pathLst>
          </a:cu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FBDEF355-7678-4F2B-A972-F680D7FA8BF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658" y="-11167"/>
            <a:ext cx="3137668" cy="189071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28AFB12-280D-488D-9C98-21B669AD0CB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8270" t="32637" b="43616"/>
          <a:stretch/>
        </p:blipFill>
        <p:spPr>
          <a:xfrm>
            <a:off x="10945261" y="3843410"/>
            <a:ext cx="1031028" cy="1690023"/>
          </a:xfrm>
          <a:prstGeom prst="rect">
            <a:avLst/>
          </a:prstGeom>
        </p:spPr>
      </p:pic>
      <p:pic>
        <p:nvPicPr>
          <p:cNvPr id="81" name="图片 80">
            <a:extLst>
              <a:ext uri="{FF2B5EF4-FFF2-40B4-BE49-F238E27FC236}">
                <a16:creationId xmlns:a16="http://schemas.microsoft.com/office/drawing/2014/main" id="{132AFA0E-1F43-46EE-A041-F0A1EB226327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037" b="66950"/>
          <a:stretch/>
        </p:blipFill>
        <p:spPr>
          <a:xfrm>
            <a:off x="1336" y="1629084"/>
            <a:ext cx="322360" cy="962979"/>
          </a:xfrm>
          <a:prstGeom prst="rect">
            <a:avLst/>
          </a:prstGeom>
        </p:spPr>
      </p:pic>
      <p:sp>
        <p:nvSpPr>
          <p:cNvPr id="62" name="Author">
            <a:extLst>
              <a:ext uri="{FF2B5EF4-FFF2-40B4-BE49-F238E27FC236}">
                <a16:creationId xmlns:a16="http://schemas.microsoft.com/office/drawing/2014/main" id="{C656B3E0-D7C0-4811-8B8D-33EA16C607B7}"/>
              </a:ext>
            </a:extLst>
          </p:cNvPr>
          <p:cNvSpPr/>
          <p:nvPr/>
        </p:nvSpPr>
        <p:spPr>
          <a:xfrm>
            <a:off x="9330354" y="6985000"/>
            <a:ext cx="2861647" cy="534855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200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李兴兴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5068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65765FA4-C205-4501-BBD9-2786BE82B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647294" y="-2667000"/>
            <a:ext cx="6858000" cy="12192000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80D046F2-C8EB-42C4-B31B-DFA948744FF8}"/>
              </a:ext>
            </a:extLst>
          </p:cNvPr>
          <p:cNvGrpSpPr/>
          <p:nvPr/>
        </p:nvGrpSpPr>
        <p:grpSpPr>
          <a:xfrm>
            <a:off x="116681" y="238492"/>
            <a:ext cx="11649459" cy="6887755"/>
            <a:chOff x="116681" y="238492"/>
            <a:chExt cx="11649458" cy="6887754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4EB9DCA9-5C86-4296-8749-F6ECDEFB77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-1" t="40430" r="59530" b="42335"/>
            <a:stretch/>
          </p:blipFill>
          <p:spPr>
            <a:xfrm>
              <a:off x="116681" y="4667498"/>
              <a:ext cx="1404388" cy="895914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9C3AC363-EA8A-495D-A2D7-E9BF5D2A5B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0888" t="63720"/>
            <a:stretch/>
          </p:blipFill>
          <p:spPr>
            <a:xfrm>
              <a:off x="10061877" y="5240295"/>
              <a:ext cx="1704262" cy="1885951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E1F89805-4DC3-409D-AAB3-F5C8CCB41F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22414" b="79684"/>
            <a:stretch/>
          </p:blipFill>
          <p:spPr>
            <a:xfrm>
              <a:off x="116681" y="238492"/>
              <a:ext cx="2692336" cy="1056096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025EBF08-64C9-4AFC-B425-C3C1706FCB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9985" b="82100"/>
            <a:stretch/>
          </p:blipFill>
          <p:spPr>
            <a:xfrm>
              <a:off x="9681945" y="238897"/>
              <a:ext cx="2082607" cy="930494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8101380D-6038-4077-8274-203DFD2EB4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1639" r="22415" b="79684"/>
            <a:stretch/>
          </p:blipFill>
          <p:spPr>
            <a:xfrm>
              <a:off x="2810699" y="238492"/>
              <a:ext cx="6871246" cy="1056096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7381625F-DDFD-4226-8F2F-902D3FBE35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9300" t="63720" r="22050"/>
            <a:stretch/>
          </p:blipFill>
          <p:spPr>
            <a:xfrm>
              <a:off x="2078010" y="5240295"/>
              <a:ext cx="7996567" cy="1885951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FAFBB7B3-5D30-451B-97CF-E3550C0761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6436" t="63720" b="27777"/>
            <a:stretch/>
          </p:blipFill>
          <p:spPr>
            <a:xfrm>
              <a:off x="10946849" y="1169391"/>
              <a:ext cx="817701" cy="4512925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80AF5B20-E8BD-46CB-AAB1-EE374ED073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-1" t="17006" r="66582" b="72916"/>
            <a:stretch/>
          </p:blipFill>
          <p:spPr>
            <a:xfrm>
              <a:off x="116681" y="1291986"/>
              <a:ext cx="1159669" cy="3375512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A3298D53-BBCB-4CF7-A0E1-6CE69619BE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87940" y="5237914"/>
              <a:ext cx="1090070" cy="593777"/>
            </a:xfrm>
            <a:prstGeom prst="rect">
              <a:avLst/>
            </a:prstGeom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0796E3B-6195-4A55-81A4-7B91D03A46A6}"/>
              </a:ext>
            </a:extLst>
          </p:cNvPr>
          <p:cNvGrpSpPr/>
          <p:nvPr/>
        </p:nvGrpSpPr>
        <p:grpSpPr>
          <a:xfrm>
            <a:off x="1615113" y="2244281"/>
            <a:ext cx="9840906" cy="2708425"/>
            <a:chOff x="3294775" y="1912034"/>
            <a:chExt cx="7635169" cy="1140435"/>
          </a:xfrm>
        </p:grpSpPr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E64B1CFE-1AE6-43EE-9B85-3B252E9A8736}"/>
                </a:ext>
              </a:extLst>
            </p:cNvPr>
            <p:cNvSpPr txBox="1"/>
            <p:nvPr/>
          </p:nvSpPr>
          <p:spPr>
            <a:xfrm>
              <a:off x="3294775" y="1912034"/>
              <a:ext cx="7357028" cy="1127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(1)AI makes high-speed railways safer.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8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(2)AI makes high-speed railways more efficient.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altLang="zh-CN" sz="2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(2)AI makes high-speed railways more energy saving.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8F51F515-8C6B-4E29-A258-8EEBC5E62892}"/>
                </a:ext>
              </a:extLst>
            </p:cNvPr>
            <p:cNvSpPr txBox="1"/>
            <p:nvPr/>
          </p:nvSpPr>
          <p:spPr>
            <a:xfrm>
              <a:off x="6329112" y="2529249"/>
              <a:ext cx="46008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91" name="Author">
            <a:extLst>
              <a:ext uri="{FF2B5EF4-FFF2-40B4-BE49-F238E27FC236}">
                <a16:creationId xmlns:a16="http://schemas.microsoft.com/office/drawing/2014/main" id="{81219629-B322-4C04-874C-96B192C49AA2}"/>
              </a:ext>
            </a:extLst>
          </p:cNvPr>
          <p:cNvSpPr/>
          <p:nvPr/>
        </p:nvSpPr>
        <p:spPr>
          <a:xfrm>
            <a:off x="9330354" y="6985000"/>
            <a:ext cx="2861647" cy="534855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200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李兴兴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5294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65765FA4-C205-4501-BBD9-2786BE82B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646615" y="-2678167"/>
            <a:ext cx="6858000" cy="12192000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16D39B41-865E-4918-9837-49B6293902E8}"/>
              </a:ext>
            </a:extLst>
          </p:cNvPr>
          <p:cNvGrpSpPr/>
          <p:nvPr/>
        </p:nvGrpSpPr>
        <p:grpSpPr>
          <a:xfrm>
            <a:off x="116681" y="238492"/>
            <a:ext cx="11649459" cy="6887755"/>
            <a:chOff x="116681" y="276592"/>
            <a:chExt cx="11649458" cy="6887754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4EB9DCA9-5C86-4296-8749-F6ECDEFB77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40430" r="27997" b="1"/>
            <a:stretch/>
          </p:blipFill>
          <p:spPr>
            <a:xfrm>
              <a:off x="116681" y="4066611"/>
              <a:ext cx="2498598" cy="3096559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9C3AC363-EA8A-495D-A2D7-E9BF5D2A5B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0888" t="63720"/>
            <a:stretch/>
          </p:blipFill>
          <p:spPr>
            <a:xfrm>
              <a:off x="10061877" y="5278395"/>
              <a:ext cx="1704262" cy="1885951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E1F89805-4DC3-409D-AAB3-F5C8CCB41F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22414" b="79684"/>
            <a:stretch/>
          </p:blipFill>
          <p:spPr>
            <a:xfrm>
              <a:off x="116681" y="276592"/>
              <a:ext cx="2692336" cy="1056096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025EBF08-64C9-4AFC-B425-C3C1706FCB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9985" b="59483"/>
            <a:stretch/>
          </p:blipFill>
          <p:spPr>
            <a:xfrm>
              <a:off x="9681945" y="276997"/>
              <a:ext cx="2082607" cy="2106178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8101380D-6038-4077-8274-203DFD2EB4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1639" r="22415" b="79684"/>
            <a:stretch/>
          </p:blipFill>
          <p:spPr>
            <a:xfrm>
              <a:off x="2810699" y="276592"/>
              <a:ext cx="6871246" cy="1056096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7381625F-DDFD-4226-8F2F-902D3FBE35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9300" t="63720" r="22050"/>
            <a:stretch/>
          </p:blipFill>
          <p:spPr>
            <a:xfrm>
              <a:off x="2615279" y="5278395"/>
              <a:ext cx="7459298" cy="1885951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FAFBB7B3-5D30-451B-97CF-E3550C0761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6436" t="63720" b="27777"/>
            <a:stretch/>
          </p:blipFill>
          <p:spPr>
            <a:xfrm>
              <a:off x="10946849" y="2383175"/>
              <a:ext cx="817701" cy="3337241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80AF5B20-E8BD-46CB-AAB1-EE374ED073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-1" t="17006" r="66582" b="72916"/>
            <a:stretch/>
          </p:blipFill>
          <p:spPr>
            <a:xfrm>
              <a:off x="116681" y="1330086"/>
              <a:ext cx="1159669" cy="2756139"/>
            </a:xfrm>
            <a:prstGeom prst="rect">
              <a:avLst/>
            </a:prstGeom>
          </p:spPr>
        </p:pic>
      </p:grpSp>
      <p:sp>
        <p:nvSpPr>
          <p:cNvPr id="72" name="文本框 13">
            <a:extLst>
              <a:ext uri="{FF2B5EF4-FFF2-40B4-BE49-F238E27FC236}">
                <a16:creationId xmlns:a16="http://schemas.microsoft.com/office/drawing/2014/main" id="{0B30E976-2472-455C-AF6C-3868EEE2B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4274" y="2967335"/>
            <a:ext cx="5264096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THANK   YOU</a:t>
            </a:r>
          </a:p>
        </p:txBody>
      </p:sp>
      <p:pic>
        <p:nvPicPr>
          <p:cNvPr id="74" name="图片 73">
            <a:extLst>
              <a:ext uri="{FF2B5EF4-FFF2-40B4-BE49-F238E27FC236}">
                <a16:creationId xmlns:a16="http://schemas.microsoft.com/office/drawing/2014/main" id="{CD34E496-5D1A-4910-8B3B-0D072B3981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8193" t="21661" b="61533"/>
          <a:stretch>
            <a:fillRect/>
          </a:stretch>
        </p:blipFill>
        <p:spPr>
          <a:xfrm>
            <a:off x="11140588" y="1161353"/>
            <a:ext cx="1031027" cy="1191825"/>
          </a:xfrm>
          <a:custGeom>
            <a:avLst/>
            <a:gdLst>
              <a:gd name="connsiteX0" fmla="*/ 0 w 997029"/>
              <a:gd name="connsiteY0" fmla="*/ 0 h 1152525"/>
              <a:gd name="connsiteX1" fmla="*/ 997029 w 997029"/>
              <a:gd name="connsiteY1" fmla="*/ 0 h 1152525"/>
              <a:gd name="connsiteX2" fmla="*/ 997029 w 997029"/>
              <a:gd name="connsiteY2" fmla="*/ 1152525 h 1152525"/>
              <a:gd name="connsiteX3" fmla="*/ 0 w 997029"/>
              <a:gd name="connsiteY3" fmla="*/ 1152525 h 115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7029" h="1152525">
                <a:moveTo>
                  <a:pt x="0" y="0"/>
                </a:moveTo>
                <a:lnTo>
                  <a:pt x="997029" y="0"/>
                </a:lnTo>
                <a:lnTo>
                  <a:pt x="997029" y="1152525"/>
                </a:lnTo>
                <a:lnTo>
                  <a:pt x="0" y="1152525"/>
                </a:lnTo>
                <a:close/>
              </a:path>
            </a:pathLst>
          </a:cu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FBDEF355-7678-4F2B-A972-F680D7FA8BF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658" y="-11167"/>
            <a:ext cx="3137668" cy="189071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28AFB12-280D-488D-9C98-21B669AD0CB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8270" t="32637" b="43616"/>
          <a:stretch/>
        </p:blipFill>
        <p:spPr>
          <a:xfrm>
            <a:off x="10945261" y="3843410"/>
            <a:ext cx="1031028" cy="1690023"/>
          </a:xfrm>
          <a:prstGeom prst="rect">
            <a:avLst/>
          </a:prstGeom>
        </p:spPr>
      </p:pic>
      <p:pic>
        <p:nvPicPr>
          <p:cNvPr id="81" name="图片 80">
            <a:extLst>
              <a:ext uri="{FF2B5EF4-FFF2-40B4-BE49-F238E27FC236}">
                <a16:creationId xmlns:a16="http://schemas.microsoft.com/office/drawing/2014/main" id="{132AFA0E-1F43-46EE-A041-F0A1EB226327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037" b="66950"/>
          <a:stretch/>
        </p:blipFill>
        <p:spPr>
          <a:xfrm>
            <a:off x="1336" y="1629084"/>
            <a:ext cx="322360" cy="962979"/>
          </a:xfrm>
          <a:prstGeom prst="rect">
            <a:avLst/>
          </a:prstGeom>
        </p:spPr>
      </p:pic>
      <p:sp>
        <p:nvSpPr>
          <p:cNvPr id="62" name="Author">
            <a:extLst>
              <a:ext uri="{FF2B5EF4-FFF2-40B4-BE49-F238E27FC236}">
                <a16:creationId xmlns:a16="http://schemas.microsoft.com/office/drawing/2014/main" id="{C656B3E0-D7C0-4811-8B8D-33EA16C607B7}"/>
              </a:ext>
            </a:extLst>
          </p:cNvPr>
          <p:cNvSpPr/>
          <p:nvPr/>
        </p:nvSpPr>
        <p:spPr>
          <a:xfrm>
            <a:off x="9330354" y="6985000"/>
            <a:ext cx="2861647" cy="534855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9200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李兴兴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656947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82</Words>
  <Application>Microsoft Office PowerPoint</Application>
  <PresentationFormat>宽屏</PresentationFormat>
  <Paragraphs>18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1_Office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向天歌演示</dc:creator>
  <cp:keywords>www.51pptmoban.com</cp:keywords>
  <cp:lastModifiedBy>铎 任</cp:lastModifiedBy>
  <cp:revision>4</cp:revision>
  <dcterms:created xsi:type="dcterms:W3CDTF">2017-12-27T12:55:06Z</dcterms:created>
  <dcterms:modified xsi:type="dcterms:W3CDTF">2022-12-12T15:57:54Z</dcterms:modified>
</cp:coreProperties>
</file>