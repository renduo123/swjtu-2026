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7" autoAdjust="0"/>
    <p:restoredTop sz="94660"/>
  </p:normalViewPr>
  <p:slideViewPr>
    <p:cSldViewPr snapToGrid="0">
      <p:cViewPr>
        <p:scale>
          <a:sx n="150" d="100"/>
          <a:sy n="150" d="100"/>
        </p:scale>
        <p:origin x="1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F78D3A-29F8-4863-9166-B20A92862E6D}" type="datetimeFigureOut">
              <a:rPr lang="zh-CN" altLang="en-US" smtClean="0"/>
              <a:t>2023/7/12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D9C95D-3F43-4972-B2C1-5E90CAEF3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136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B2DC61-F1F5-F96B-EE9B-C168D040F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5F35DAB-AAC5-6554-CBFB-6ADD81CECF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3BFFB0-783E-B0EB-7556-6CFB35DAB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69A1D-9F90-42E0-99E7-974617C2D98B}" type="datetimeFigureOut">
              <a:rPr lang="zh-CN" altLang="en-US" smtClean="0"/>
              <a:t>2023/7/12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F41AF0-DD7C-0321-FBB1-C6BD8D0ED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D20712-F0BB-2044-D513-BCE2BBEBB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CC3F-6DCB-40F8-B4C4-40B91605E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37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9F7BDC-52CA-6105-090D-495C3F3F7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D5FA-F7E0-6CF6-F2F9-646016CEE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F640F7-ECDA-519B-31B9-E4C444B66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69A1D-9F90-42E0-99E7-974617C2D98B}" type="datetimeFigureOut">
              <a:rPr lang="zh-CN" altLang="en-US" smtClean="0"/>
              <a:t>2023/7/12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370204-4984-4553-ED5F-FC5F32A7F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385CBF-0993-A8EE-38C1-EC268377C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CC3F-6DCB-40F8-B4C4-40B91605E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01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01F601-4327-94B2-5E85-FCDD5D711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3D47CD-4DD4-3E27-F53E-78B14597A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3197E4-84AE-7409-6617-46D0041F5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69A1D-9F90-42E0-99E7-974617C2D98B}" type="datetimeFigureOut">
              <a:rPr lang="zh-CN" altLang="en-US" smtClean="0"/>
              <a:t>2023/7/12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511DED-F96F-8D1B-8067-890C8BBB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5FF19D-037F-C91D-082E-C2BB78E11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CC3F-6DCB-40F8-B4C4-40B91605E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933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08CA3F-6663-8BF6-D425-9D52C0077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59A8B0-ABBF-F2D4-9C20-CBB19C6A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2439E8-02DC-48B0-561E-B31AB6BEF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06D59C-D729-02B9-E553-E49B00A54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69A1D-9F90-42E0-99E7-974617C2D98B}" type="datetimeFigureOut">
              <a:rPr lang="zh-CN" altLang="en-US" smtClean="0"/>
              <a:t>2023/7/12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175A44-7221-5357-D69B-4CDE5FA86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F1EC69-123B-037B-CCAF-42FD961CD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CC3F-6DCB-40F8-B4C4-40B91605E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1089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ABF0A1-2B6C-F5C7-1795-313AEC95C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DF46D9-C48C-13A5-9086-8F0658187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AD8AC9-44E8-A539-A10A-4D77C5F2C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F13FEE3-5942-6BB2-13F6-4AD79E8B9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9A1C87D-DD7E-4D47-4080-58AFAD1F84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E3B7DDC-AFB3-C496-1469-D838C490E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69A1D-9F90-42E0-99E7-974617C2D98B}" type="datetimeFigureOut">
              <a:rPr lang="zh-CN" altLang="en-US" smtClean="0"/>
              <a:t>2023/7/12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0A9A43D-DDC3-C9C8-2D0D-95D90B4BD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FF563DA-C9E2-07DC-51ED-EDDA3C72F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CC3F-6DCB-40F8-B4C4-40B91605E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631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67DE7B-6B94-E08A-BE4E-8C6F64B95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E4CB5B-AED0-B53B-61A5-A0C251438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69A1D-9F90-42E0-99E7-974617C2D98B}" type="datetimeFigureOut">
              <a:rPr lang="zh-CN" altLang="en-US" smtClean="0"/>
              <a:t>2023/7/12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29ED406-250D-6B71-04EF-DE561FB3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8B251E-8D3E-0B9E-9394-CC7ADE58F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CC3F-6DCB-40F8-B4C4-40B91605E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417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660D4A-64BD-586E-8FBE-4C960B2A2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69A1D-9F90-42E0-99E7-974617C2D98B}" type="datetimeFigureOut">
              <a:rPr lang="zh-CN" altLang="en-US" smtClean="0"/>
              <a:t>2023/7/12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192B464-0FF8-612B-C479-079926B69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969ACF-170B-C8E5-43FF-05768E29D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CC3F-6DCB-40F8-B4C4-40B91605E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59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304422-12A2-3B9F-EC7F-7ABF4EC93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8536CB-9E82-1991-BC16-9BCC25BC8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DA9D77-DD17-E9E8-60D2-230818921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6278AF-2CAC-F42B-4653-ED34EC6C3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69A1D-9F90-42E0-99E7-974617C2D98B}" type="datetimeFigureOut">
              <a:rPr lang="zh-CN" altLang="en-US" smtClean="0"/>
              <a:t>2023/7/12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89A5EB-CB1E-99D2-967B-C2DD9FA77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DFAF40-D1FC-B01A-1DAD-434A642BC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CC3F-6DCB-40F8-B4C4-40B91605E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357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9664BE-2676-FEE7-F30A-7BD6F388E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594222C-14AB-493F-DA3A-21936277A2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05920F-E74D-2B47-F34F-FCDF047AA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543280-C33A-91B5-9E8D-8BEC617F2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69A1D-9F90-42E0-99E7-974617C2D98B}" type="datetimeFigureOut">
              <a:rPr lang="zh-CN" altLang="en-US" smtClean="0"/>
              <a:t>2023/7/12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17DCCD-0807-2537-B777-A0D592381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E8CEA0-9CE7-FAF6-7210-9916DCCA1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CC3F-6DCB-40F8-B4C4-40B91605E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616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A31A9C-4C3A-15B9-EC7F-B395A1EC9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F9359E-3325-4090-1C87-D1A856A24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0660C3-2545-E0F2-D8C0-23E03C8DD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69A1D-9F90-42E0-99E7-974617C2D98B}" type="datetimeFigureOut">
              <a:rPr lang="zh-CN" altLang="en-US" smtClean="0"/>
              <a:t>2023/7/12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F081CC-081E-9DDD-4013-839F919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DAFCC6-BA69-9C60-3A51-32C864E72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CC3F-6DCB-40F8-B4C4-40B91605E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392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01846DF-0506-1B77-3E7A-A51AB13C1B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D6A357-278D-A6D7-FC45-6C9DF2AEDF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CD7D49-A2C2-12B7-8E17-9D3AFEDFD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69A1D-9F90-42E0-99E7-974617C2D98B}" type="datetimeFigureOut">
              <a:rPr lang="zh-CN" altLang="en-US" smtClean="0"/>
              <a:t>2023/7/12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36E1DB-FC81-FCF6-CEFE-E73668EA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6AF33B-3A33-8AC0-A44B-7C70D70D5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3CC3F-6DCB-40F8-B4C4-40B91605E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52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A50B1E-75DA-DDB3-E61F-E5CC07D06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578343-86B8-057F-BB6F-EE4400612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F12371-D4F6-DAF1-FB64-580D24C79E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69A1D-9F90-42E0-99E7-974617C2D98B}" type="datetimeFigureOut">
              <a:rPr lang="zh-CN" altLang="en-US" smtClean="0"/>
              <a:t>2023/7/12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A623FD-23B6-8A87-9B63-33DC2229F7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FCA3D0-BC1A-CF75-ACE9-F5250D054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3CC3F-6DCB-40F8-B4C4-40B91605E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9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5635BDAC-1592-3178-C1CE-D30CD3687404}"/>
              </a:ext>
            </a:extLst>
          </p:cNvPr>
          <p:cNvCxnSpPr>
            <a:cxnSpLocks/>
          </p:cNvCxnSpPr>
          <p:nvPr/>
        </p:nvCxnSpPr>
        <p:spPr>
          <a:xfrm>
            <a:off x="4343400" y="1868214"/>
            <a:ext cx="1752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A37463CD-0D3F-64A6-E2F0-63D07EFB3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324" y="355442"/>
            <a:ext cx="5861351" cy="614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551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5635BDAC-1592-3178-C1CE-D30CD3687404}"/>
              </a:ext>
            </a:extLst>
          </p:cNvPr>
          <p:cNvCxnSpPr>
            <a:cxnSpLocks/>
          </p:cNvCxnSpPr>
          <p:nvPr/>
        </p:nvCxnSpPr>
        <p:spPr>
          <a:xfrm>
            <a:off x="4343400" y="1868214"/>
            <a:ext cx="1752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A37463CD-0D3F-64A6-E2F0-63D07EFB3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324" y="355442"/>
            <a:ext cx="5861351" cy="614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354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DC869B4-E7B7-43D4-31D1-E7F403171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9753" y="285538"/>
            <a:ext cx="6221131" cy="6572462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0D35DB3-BE95-56AD-277C-9EA611CE51C3}"/>
              </a:ext>
            </a:extLst>
          </p:cNvPr>
          <p:cNvCxnSpPr>
            <a:cxnSpLocks/>
            <a:endCxn id="69" idx="1"/>
          </p:cNvCxnSpPr>
          <p:nvPr/>
        </p:nvCxnSpPr>
        <p:spPr>
          <a:xfrm>
            <a:off x="6522243" y="424722"/>
            <a:ext cx="1853265" cy="34863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FAEA3DA-3A30-0EDD-9A42-96EF18B567BB}"/>
              </a:ext>
            </a:extLst>
          </p:cNvPr>
          <p:cNvCxnSpPr>
            <a:cxnSpLocks/>
          </p:cNvCxnSpPr>
          <p:nvPr/>
        </p:nvCxnSpPr>
        <p:spPr>
          <a:xfrm flipH="1">
            <a:off x="6467475" y="206375"/>
            <a:ext cx="647700" cy="27527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C98919B-E577-9B28-B783-27F401192379}"/>
              </a:ext>
            </a:extLst>
          </p:cNvPr>
          <p:cNvCxnSpPr>
            <a:cxnSpLocks/>
          </p:cNvCxnSpPr>
          <p:nvPr/>
        </p:nvCxnSpPr>
        <p:spPr>
          <a:xfrm flipH="1">
            <a:off x="5073650" y="206375"/>
            <a:ext cx="1835150" cy="21050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27C78A03-A05C-1B83-6B7C-163EBA870059}"/>
              </a:ext>
            </a:extLst>
          </p:cNvPr>
          <p:cNvCxnSpPr>
            <a:cxnSpLocks/>
          </p:cNvCxnSpPr>
          <p:nvPr/>
        </p:nvCxnSpPr>
        <p:spPr>
          <a:xfrm flipH="1">
            <a:off x="7005638" y="206375"/>
            <a:ext cx="106362" cy="4967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474F383F-2D9B-4D98-33CE-2D0B007BB535}"/>
              </a:ext>
            </a:extLst>
          </p:cNvPr>
          <p:cNvCxnSpPr>
            <a:cxnSpLocks/>
          </p:cNvCxnSpPr>
          <p:nvPr/>
        </p:nvCxnSpPr>
        <p:spPr>
          <a:xfrm>
            <a:off x="7820025" y="4232275"/>
            <a:ext cx="404813" cy="1523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B76AC23D-D5CD-AB68-5BCE-A4A3DABA99F9}"/>
              </a:ext>
            </a:extLst>
          </p:cNvPr>
          <p:cNvCxnSpPr>
            <a:cxnSpLocks/>
          </p:cNvCxnSpPr>
          <p:nvPr/>
        </p:nvCxnSpPr>
        <p:spPr>
          <a:xfrm flipV="1">
            <a:off x="6403975" y="206375"/>
            <a:ext cx="504825" cy="571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BF5A479D-489C-ACE4-CF37-DAF35CBE6E59}"/>
              </a:ext>
            </a:extLst>
          </p:cNvPr>
          <p:cNvCxnSpPr>
            <a:cxnSpLocks/>
          </p:cNvCxnSpPr>
          <p:nvPr/>
        </p:nvCxnSpPr>
        <p:spPr>
          <a:xfrm flipH="1">
            <a:off x="5073650" y="1895475"/>
            <a:ext cx="361950" cy="4159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D03C6AA7-5D6A-3DB1-0EA1-2DA8797ADF87}"/>
              </a:ext>
            </a:extLst>
          </p:cNvPr>
          <p:cNvCxnSpPr>
            <a:cxnSpLocks/>
          </p:cNvCxnSpPr>
          <p:nvPr/>
        </p:nvCxnSpPr>
        <p:spPr>
          <a:xfrm flipH="1" flipV="1">
            <a:off x="6442075" y="285537"/>
            <a:ext cx="275856" cy="4923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97B0717A-774B-5D87-C20E-D76315C493A0}"/>
              </a:ext>
            </a:extLst>
          </p:cNvPr>
          <p:cNvCxnSpPr>
            <a:cxnSpLocks/>
          </p:cNvCxnSpPr>
          <p:nvPr/>
        </p:nvCxnSpPr>
        <p:spPr>
          <a:xfrm flipV="1">
            <a:off x="6469062" y="2557462"/>
            <a:ext cx="100013" cy="4016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9E1531CA-4451-B20F-0D2A-BD1920070D20}"/>
              </a:ext>
            </a:extLst>
          </p:cNvPr>
          <p:cNvCxnSpPr>
            <a:cxnSpLocks/>
          </p:cNvCxnSpPr>
          <p:nvPr/>
        </p:nvCxnSpPr>
        <p:spPr>
          <a:xfrm>
            <a:off x="8165661" y="3524144"/>
            <a:ext cx="263028" cy="5018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82BA7134-5FCD-2A48-7F63-4B8C4833DDA4}"/>
                  </a:ext>
                </a:extLst>
              </p:cNvPr>
              <p:cNvSpPr txBox="1"/>
              <p:nvPr/>
            </p:nvSpPr>
            <p:spPr>
              <a:xfrm>
                <a:off x="5950319" y="2390563"/>
                <a:ext cx="6787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03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82BA7134-5FCD-2A48-7F63-4B8C4833D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0319" y="2390563"/>
                <a:ext cx="67871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BC9B2690-687D-8C89-1C76-0C90B7E4A8FB}"/>
              </a:ext>
            </a:extLst>
          </p:cNvPr>
          <p:cNvCxnSpPr>
            <a:cxnSpLocks/>
          </p:cNvCxnSpPr>
          <p:nvPr/>
        </p:nvCxnSpPr>
        <p:spPr>
          <a:xfrm>
            <a:off x="7381875" y="4232275"/>
            <a:ext cx="596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931AD18-19F4-A0E5-BFD1-D6F92DE5F0C3}"/>
                  </a:ext>
                </a:extLst>
              </p:cNvPr>
              <p:cNvSpPr txBox="1"/>
              <p:nvPr/>
            </p:nvSpPr>
            <p:spPr>
              <a:xfrm>
                <a:off x="5023219" y="2126734"/>
                <a:ext cx="7207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54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931AD18-19F4-A0E5-BFD1-D6F92DE5F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3219" y="2126734"/>
                <a:ext cx="72072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464BF50C-B53F-1A1B-1987-449A35662EAE}"/>
                  </a:ext>
                </a:extLst>
              </p:cNvPr>
              <p:cNvSpPr txBox="1"/>
              <p:nvPr/>
            </p:nvSpPr>
            <p:spPr>
              <a:xfrm>
                <a:off x="5865628" y="-83795"/>
                <a:ext cx="7207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342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464BF50C-B53F-1A1B-1987-449A35662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628" y="-83795"/>
                <a:ext cx="72072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EE03ADEB-F31D-2683-FC65-63B9419439AF}"/>
                  </a:ext>
                </a:extLst>
              </p:cNvPr>
              <p:cNvSpPr txBox="1"/>
              <p:nvPr/>
            </p:nvSpPr>
            <p:spPr>
              <a:xfrm>
                <a:off x="7005638" y="285537"/>
                <a:ext cx="7207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243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EE03ADEB-F31D-2683-FC65-63B941943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5638" y="285537"/>
                <a:ext cx="72072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48955640-CDF4-1C89-9EF4-F00E15E7F224}"/>
                  </a:ext>
                </a:extLst>
              </p:cNvPr>
              <p:cNvSpPr txBox="1"/>
              <p:nvPr/>
            </p:nvSpPr>
            <p:spPr>
              <a:xfrm>
                <a:off x="5801518" y="424722"/>
                <a:ext cx="7207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324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48955640-CDF4-1C89-9EF4-F00E15E7F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1518" y="424722"/>
                <a:ext cx="72072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A266B1BF-9291-0956-E6A4-5B14F3E35B75}"/>
                  </a:ext>
                </a:extLst>
              </p:cNvPr>
              <p:cNvSpPr txBox="1"/>
              <p:nvPr/>
            </p:nvSpPr>
            <p:spPr>
              <a:xfrm>
                <a:off x="7820025" y="4330352"/>
                <a:ext cx="7207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A266B1BF-9291-0956-E6A4-5B14F3E35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0025" y="4330352"/>
                <a:ext cx="72072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384EA1D6-B805-A3CB-203B-32C89FD8DF16}"/>
                  </a:ext>
                </a:extLst>
              </p:cNvPr>
              <p:cNvSpPr txBox="1"/>
              <p:nvPr/>
            </p:nvSpPr>
            <p:spPr>
              <a:xfrm>
                <a:off x="8375508" y="3726418"/>
                <a:ext cx="7207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384EA1D6-B805-A3CB-203B-32C89FD8D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5508" y="3726418"/>
                <a:ext cx="72072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6C1857B1-88EB-C9DE-C8AA-FD9DDCFB60BB}"/>
              </a:ext>
            </a:extLst>
          </p:cNvPr>
          <p:cNvCxnSpPr>
            <a:cxnSpLocks/>
          </p:cNvCxnSpPr>
          <p:nvPr/>
        </p:nvCxnSpPr>
        <p:spPr>
          <a:xfrm>
            <a:off x="5880683" y="5050172"/>
            <a:ext cx="281197" cy="2265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5E943E65-24F1-BA11-5AC7-F9DBF978E93D}"/>
              </a:ext>
            </a:extLst>
          </p:cNvPr>
          <p:cNvCxnSpPr>
            <a:cxnSpLocks/>
          </p:cNvCxnSpPr>
          <p:nvPr/>
        </p:nvCxnSpPr>
        <p:spPr>
          <a:xfrm>
            <a:off x="7448875" y="4949505"/>
            <a:ext cx="0" cy="6878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5BE5C4B8-9866-267A-92E1-88772566D54E}"/>
              </a:ext>
            </a:extLst>
          </p:cNvPr>
          <p:cNvCxnSpPr>
            <a:cxnSpLocks/>
          </p:cNvCxnSpPr>
          <p:nvPr/>
        </p:nvCxnSpPr>
        <p:spPr>
          <a:xfrm flipV="1">
            <a:off x="4247774" y="2390563"/>
            <a:ext cx="442212" cy="367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105B833B-0112-3A19-C828-6A1F96A39648}"/>
              </a:ext>
            </a:extLst>
          </p:cNvPr>
          <p:cNvSpPr/>
          <p:nvPr/>
        </p:nvSpPr>
        <p:spPr>
          <a:xfrm>
            <a:off x="3939430" y="2223083"/>
            <a:ext cx="464790" cy="408992"/>
          </a:xfrm>
          <a:custGeom>
            <a:avLst/>
            <a:gdLst>
              <a:gd name="connsiteX0" fmla="*/ 469783 w 469783"/>
              <a:gd name="connsiteY0" fmla="*/ 0 h 427838"/>
              <a:gd name="connsiteX1" fmla="*/ 167780 w 469783"/>
              <a:gd name="connsiteY1" fmla="*/ 83889 h 427838"/>
              <a:gd name="connsiteX2" fmla="*/ 0 w 469783"/>
              <a:gd name="connsiteY2" fmla="*/ 427838 h 427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9783" h="427838">
                <a:moveTo>
                  <a:pt x="469783" y="0"/>
                </a:moveTo>
                <a:cubicBezTo>
                  <a:pt x="357930" y="6291"/>
                  <a:pt x="246077" y="12583"/>
                  <a:pt x="167780" y="83889"/>
                </a:cubicBezTo>
                <a:cubicBezTo>
                  <a:pt x="89483" y="155195"/>
                  <a:pt x="25167" y="377504"/>
                  <a:pt x="0" y="427838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9EA155ED-54E4-7A16-5467-14CEFEBB9898}"/>
              </a:ext>
            </a:extLst>
          </p:cNvPr>
          <p:cNvCxnSpPr>
            <a:cxnSpLocks/>
          </p:cNvCxnSpPr>
          <p:nvPr/>
        </p:nvCxnSpPr>
        <p:spPr>
          <a:xfrm flipH="1">
            <a:off x="3900571" y="2488128"/>
            <a:ext cx="88625" cy="2340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5" name="文本框 104">
            <a:extLst>
              <a:ext uri="{FF2B5EF4-FFF2-40B4-BE49-F238E27FC236}">
                <a16:creationId xmlns:a16="http://schemas.microsoft.com/office/drawing/2014/main" id="{C8667DFE-3540-9FBF-4030-509FDDE7F38C}"/>
              </a:ext>
            </a:extLst>
          </p:cNvPr>
          <p:cNvSpPr txBox="1"/>
          <p:nvPr/>
        </p:nvSpPr>
        <p:spPr>
          <a:xfrm>
            <a:off x="3757956" y="2066336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</a:t>
            </a:r>
            <a:endParaRPr lang="zh-CN" altLang="en-US" dirty="0"/>
          </a:p>
        </p:txBody>
      </p: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3F9B002F-FFFC-7F3F-8E86-5A433FAD098D}"/>
              </a:ext>
            </a:extLst>
          </p:cNvPr>
          <p:cNvCxnSpPr>
            <a:cxnSpLocks/>
          </p:cNvCxnSpPr>
          <p:nvPr/>
        </p:nvCxnSpPr>
        <p:spPr>
          <a:xfrm>
            <a:off x="4483987" y="4060457"/>
            <a:ext cx="58966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1A9F517D-41BB-5FFD-1016-18B04BFE41A9}"/>
              </a:ext>
            </a:extLst>
          </p:cNvPr>
          <p:cNvCxnSpPr>
            <a:cxnSpLocks/>
          </p:cNvCxnSpPr>
          <p:nvPr/>
        </p:nvCxnSpPr>
        <p:spPr>
          <a:xfrm flipV="1">
            <a:off x="4221798" y="4991216"/>
            <a:ext cx="600257" cy="2731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AF2E03AF-5767-FF34-1F4F-AA919433712B}"/>
              </a:ext>
            </a:extLst>
          </p:cNvPr>
          <p:cNvCxnSpPr>
            <a:cxnSpLocks/>
          </p:cNvCxnSpPr>
          <p:nvPr/>
        </p:nvCxnSpPr>
        <p:spPr>
          <a:xfrm flipH="1">
            <a:off x="3950477" y="4060457"/>
            <a:ext cx="55072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ADE3AF82-5BEF-5B98-9643-5F21EC0DCA7C}"/>
              </a:ext>
            </a:extLst>
          </p:cNvPr>
          <p:cNvCxnSpPr>
            <a:cxnSpLocks/>
          </p:cNvCxnSpPr>
          <p:nvPr/>
        </p:nvCxnSpPr>
        <p:spPr>
          <a:xfrm flipH="1" flipV="1">
            <a:off x="5836867" y="4657098"/>
            <a:ext cx="171304" cy="4853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30089A57-2BF2-C030-413B-FC0CB31094FE}"/>
              </a:ext>
            </a:extLst>
          </p:cNvPr>
          <p:cNvCxnSpPr>
            <a:cxnSpLocks/>
          </p:cNvCxnSpPr>
          <p:nvPr/>
        </p:nvCxnSpPr>
        <p:spPr>
          <a:xfrm>
            <a:off x="6008171" y="5151942"/>
            <a:ext cx="153709" cy="4956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3885870F-1FAA-CF60-E973-B55084ECEA58}"/>
              </a:ext>
            </a:extLst>
          </p:cNvPr>
          <p:cNvCxnSpPr>
            <a:cxnSpLocks/>
          </p:cNvCxnSpPr>
          <p:nvPr/>
        </p:nvCxnSpPr>
        <p:spPr>
          <a:xfrm flipH="1" flipV="1">
            <a:off x="7321958" y="5253014"/>
            <a:ext cx="126917" cy="2440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5C0ECDC6-A691-4B68-31C9-9C17C0B25E18}"/>
              </a:ext>
            </a:extLst>
          </p:cNvPr>
          <p:cNvCxnSpPr>
            <a:cxnSpLocks/>
          </p:cNvCxnSpPr>
          <p:nvPr/>
        </p:nvCxnSpPr>
        <p:spPr>
          <a:xfrm flipH="1">
            <a:off x="8165661" y="5303618"/>
            <a:ext cx="4708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FCE19377-0A8E-7602-4CCF-BC9B88737685}"/>
                  </a:ext>
                </a:extLst>
              </p:cNvPr>
              <p:cNvSpPr txBox="1"/>
              <p:nvPr/>
            </p:nvSpPr>
            <p:spPr>
              <a:xfrm>
                <a:off x="5568950" y="4361935"/>
                <a:ext cx="7207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76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FCE19377-0A8E-7602-4CCF-BC9B88737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8950" y="4361935"/>
                <a:ext cx="72072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857AE64E-B1A4-E8A2-D6E1-1EB769BD3946}"/>
                  </a:ext>
                </a:extLst>
              </p:cNvPr>
              <p:cNvSpPr txBox="1"/>
              <p:nvPr/>
            </p:nvSpPr>
            <p:spPr>
              <a:xfrm>
                <a:off x="5710800" y="5513339"/>
                <a:ext cx="7207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67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857AE64E-B1A4-E8A2-D6E1-1EB769BD3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800" y="5513339"/>
                <a:ext cx="72072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472D1BAD-30E4-104B-4549-F778D4B5A014}"/>
                  </a:ext>
                </a:extLst>
              </p:cNvPr>
              <p:cNvSpPr txBox="1"/>
              <p:nvPr/>
            </p:nvSpPr>
            <p:spPr>
              <a:xfrm>
                <a:off x="4669206" y="4785413"/>
                <a:ext cx="7207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06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472D1BAD-30E4-104B-4549-F778D4B5A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206" y="4785413"/>
                <a:ext cx="72072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37FC5ACB-9678-A0FF-4DF2-0215C35A1E14}"/>
                  </a:ext>
                </a:extLst>
              </p:cNvPr>
              <p:cNvSpPr txBox="1"/>
              <p:nvPr/>
            </p:nvSpPr>
            <p:spPr>
              <a:xfrm>
                <a:off x="6635916" y="5215103"/>
                <a:ext cx="7207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07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37FC5ACB-9678-A0FF-4DF2-0215C35A1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916" y="5215103"/>
                <a:ext cx="72072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929D9912-E399-A334-CF8A-6CF2979DA2C8}"/>
                  </a:ext>
                </a:extLst>
              </p:cNvPr>
              <p:cNvSpPr txBox="1"/>
              <p:nvPr/>
            </p:nvSpPr>
            <p:spPr>
              <a:xfrm>
                <a:off x="5058126" y="3862943"/>
                <a:ext cx="7207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56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929D9912-E399-A334-CF8A-6CF2979DA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126" y="3862943"/>
                <a:ext cx="72072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6C13A496-2AB1-61FC-8D55-369B965D1EDD}"/>
                  </a:ext>
                </a:extLst>
              </p:cNvPr>
              <p:cNvSpPr txBox="1"/>
              <p:nvPr/>
            </p:nvSpPr>
            <p:spPr>
              <a:xfrm>
                <a:off x="3176571" y="3840412"/>
                <a:ext cx="7207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65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6C13A496-2AB1-61FC-8D55-369B965D1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571" y="3840412"/>
                <a:ext cx="72072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文本框 144">
                <a:extLst>
                  <a:ext uri="{FF2B5EF4-FFF2-40B4-BE49-F238E27FC236}">
                    <a16:creationId xmlns:a16="http://schemas.microsoft.com/office/drawing/2014/main" id="{87B9B837-F327-5D9A-FCF1-CA118176B8A1}"/>
                  </a:ext>
                </a:extLst>
              </p:cNvPr>
              <p:cNvSpPr txBox="1"/>
              <p:nvPr/>
            </p:nvSpPr>
            <p:spPr>
              <a:xfrm>
                <a:off x="4546794" y="2319789"/>
                <a:ext cx="7207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05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5" name="文本框 144">
                <a:extLst>
                  <a:ext uri="{FF2B5EF4-FFF2-40B4-BE49-F238E27FC236}">
                    <a16:creationId xmlns:a16="http://schemas.microsoft.com/office/drawing/2014/main" id="{87B9B837-F327-5D9A-FCF1-CA118176B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6794" y="2319789"/>
                <a:ext cx="72072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1558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1BF8EB5-098F-1DD2-1862-DA3A794C79D0}"/>
              </a:ext>
            </a:extLst>
          </p:cNvPr>
          <p:cNvCxnSpPr>
            <a:cxnSpLocks/>
          </p:cNvCxnSpPr>
          <p:nvPr/>
        </p:nvCxnSpPr>
        <p:spPr>
          <a:xfrm flipV="1">
            <a:off x="3842158" y="3619500"/>
            <a:ext cx="1244091" cy="13551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046F5741-0451-3663-351A-C38F2CFFF018}"/>
              </a:ext>
            </a:extLst>
          </p:cNvPr>
          <p:cNvSpPr/>
          <p:nvPr/>
        </p:nvSpPr>
        <p:spPr>
          <a:xfrm>
            <a:off x="5019824" y="3558300"/>
            <a:ext cx="122400" cy="122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D2434CC-D8C7-3CB1-4D43-256A3E317AC8}"/>
              </a:ext>
            </a:extLst>
          </p:cNvPr>
          <p:cNvSpPr/>
          <p:nvPr/>
        </p:nvSpPr>
        <p:spPr>
          <a:xfrm>
            <a:off x="3744925" y="4974672"/>
            <a:ext cx="122400" cy="122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26384A0-84B0-9E92-418D-DA987B478837}"/>
              </a:ext>
            </a:extLst>
          </p:cNvPr>
          <p:cNvCxnSpPr>
            <a:cxnSpLocks/>
          </p:cNvCxnSpPr>
          <p:nvPr/>
        </p:nvCxnSpPr>
        <p:spPr>
          <a:xfrm flipH="1">
            <a:off x="3422417" y="5035872"/>
            <a:ext cx="396291" cy="80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B9B4034-8056-1212-461E-146F60AE767D}"/>
              </a:ext>
            </a:extLst>
          </p:cNvPr>
          <p:cNvCxnSpPr>
            <a:cxnSpLocks/>
          </p:cNvCxnSpPr>
          <p:nvPr/>
        </p:nvCxnSpPr>
        <p:spPr>
          <a:xfrm>
            <a:off x="3806125" y="5035872"/>
            <a:ext cx="12583" cy="4678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460C044-4593-9621-FF63-4B8DEDB24516}"/>
              </a:ext>
            </a:extLst>
          </p:cNvPr>
          <p:cNvCxnSpPr>
            <a:cxnSpLocks/>
          </p:cNvCxnSpPr>
          <p:nvPr/>
        </p:nvCxnSpPr>
        <p:spPr>
          <a:xfrm flipV="1">
            <a:off x="5081024" y="3360573"/>
            <a:ext cx="0" cy="2725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77E592F7-9DC0-E0D4-92B7-AB30E460CADC}"/>
              </a:ext>
            </a:extLst>
          </p:cNvPr>
          <p:cNvCxnSpPr>
            <a:cxnSpLocks/>
          </p:cNvCxnSpPr>
          <p:nvPr/>
        </p:nvCxnSpPr>
        <p:spPr>
          <a:xfrm>
            <a:off x="5081024" y="3633090"/>
            <a:ext cx="3415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25087FEF-23F9-5240-B2C2-EFEF0A6F3ECD}"/>
              </a:ext>
            </a:extLst>
          </p:cNvPr>
          <p:cNvSpPr txBox="1"/>
          <p:nvPr/>
        </p:nvSpPr>
        <p:spPr>
          <a:xfrm>
            <a:off x="3935373" y="4859267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A93E5A0-9447-00DF-251A-F26BEA64705B}"/>
              </a:ext>
            </a:extLst>
          </p:cNvPr>
          <p:cNvSpPr txBox="1"/>
          <p:nvPr/>
        </p:nvSpPr>
        <p:spPr>
          <a:xfrm>
            <a:off x="4692490" y="3311368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6143E3CC-3C89-DC20-63CA-3FEA79E0B90C}"/>
                  </a:ext>
                </a:extLst>
              </p:cNvPr>
              <p:cNvSpPr txBox="1"/>
              <p:nvPr/>
            </p:nvSpPr>
            <p:spPr>
              <a:xfrm>
                <a:off x="3744925" y="5319073"/>
                <a:ext cx="720725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54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6143E3CC-3C89-DC20-63CA-3FEA79E0B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925" y="5319073"/>
                <a:ext cx="720725" cy="391261"/>
              </a:xfrm>
              <a:prstGeom prst="rect">
                <a:avLst/>
              </a:prstGeom>
              <a:blipFill>
                <a:blip r:embed="rId2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30669A9F-B8FD-BEEC-6EE7-6F3EB81BBD8C}"/>
                  </a:ext>
                </a:extLst>
              </p:cNvPr>
              <p:cNvSpPr txBox="1"/>
              <p:nvPr/>
            </p:nvSpPr>
            <p:spPr>
              <a:xfrm>
                <a:off x="2761929" y="4727740"/>
                <a:ext cx="7207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54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30669A9F-B8FD-BEEC-6EE7-6F3EB81BB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929" y="4727740"/>
                <a:ext cx="72072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81FDD78A-7DF3-800A-99A9-A5F8D2CE06AD}"/>
                  </a:ext>
                </a:extLst>
              </p:cNvPr>
              <p:cNvSpPr txBox="1"/>
              <p:nvPr/>
            </p:nvSpPr>
            <p:spPr>
              <a:xfrm>
                <a:off x="5422620" y="3360573"/>
                <a:ext cx="7207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324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81FDD78A-7DF3-800A-99A9-A5F8D2CE0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2620" y="3360573"/>
                <a:ext cx="720725" cy="369332"/>
              </a:xfrm>
              <a:prstGeom prst="rect">
                <a:avLst/>
              </a:prstGeom>
              <a:blipFill>
                <a:blip r:embed="rId4"/>
                <a:stretch>
                  <a:fillRect r="-5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48AC0D0A-2F66-4D40-7E6A-91A704290AA4}"/>
                  </a:ext>
                </a:extLst>
              </p:cNvPr>
              <p:cNvSpPr txBox="1"/>
              <p:nvPr/>
            </p:nvSpPr>
            <p:spPr>
              <a:xfrm>
                <a:off x="4495794" y="2966907"/>
                <a:ext cx="720725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324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48AC0D0A-2F66-4D40-7E6A-91A704290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794" y="2966907"/>
                <a:ext cx="720725" cy="391261"/>
              </a:xfrm>
              <a:prstGeom prst="rect">
                <a:avLst/>
              </a:prstGeom>
              <a:blipFill>
                <a:blip r:embed="rId5"/>
                <a:stretch>
                  <a:fillRect r="-7563"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4599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BE417A4-A1F5-04B7-781A-7B8927C334E8}"/>
              </a:ext>
            </a:extLst>
          </p:cNvPr>
          <p:cNvCxnSpPr>
            <a:cxnSpLocks/>
          </p:cNvCxnSpPr>
          <p:nvPr/>
        </p:nvCxnSpPr>
        <p:spPr>
          <a:xfrm flipV="1">
            <a:off x="5200650" y="3369659"/>
            <a:ext cx="685800" cy="171043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椭圆 4">
            <a:extLst>
              <a:ext uri="{FF2B5EF4-FFF2-40B4-BE49-F238E27FC236}">
                <a16:creationId xmlns:a16="http://schemas.microsoft.com/office/drawing/2014/main" id="{E11830D2-DB40-F5B5-82A1-677EA5B810C1}"/>
              </a:ext>
            </a:extLst>
          </p:cNvPr>
          <p:cNvSpPr/>
          <p:nvPr/>
        </p:nvSpPr>
        <p:spPr>
          <a:xfrm>
            <a:off x="5825250" y="3319196"/>
            <a:ext cx="122400" cy="122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AEDCE33-BB1E-1C26-16A7-EF517F2CA2DC}"/>
              </a:ext>
            </a:extLst>
          </p:cNvPr>
          <p:cNvSpPr/>
          <p:nvPr/>
        </p:nvSpPr>
        <p:spPr>
          <a:xfrm>
            <a:off x="5142957" y="5025318"/>
            <a:ext cx="122400" cy="122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346C2A3-9658-5EE5-F8D5-8105BC6A416D}"/>
              </a:ext>
            </a:extLst>
          </p:cNvPr>
          <p:cNvCxnSpPr>
            <a:cxnSpLocks/>
          </p:cNvCxnSpPr>
          <p:nvPr/>
        </p:nvCxnSpPr>
        <p:spPr>
          <a:xfrm flipH="1" flipV="1">
            <a:off x="5199982" y="4580650"/>
            <a:ext cx="3508" cy="5058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BF90D36-AC47-9CA0-2159-0B8D3146B94A}"/>
              </a:ext>
            </a:extLst>
          </p:cNvPr>
          <p:cNvCxnSpPr>
            <a:cxnSpLocks/>
          </p:cNvCxnSpPr>
          <p:nvPr/>
        </p:nvCxnSpPr>
        <p:spPr>
          <a:xfrm>
            <a:off x="5200649" y="5080094"/>
            <a:ext cx="38795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3816C307-ADF0-410E-730B-3AC6474C923C}"/>
              </a:ext>
            </a:extLst>
          </p:cNvPr>
          <p:cNvCxnSpPr>
            <a:cxnSpLocks/>
          </p:cNvCxnSpPr>
          <p:nvPr/>
        </p:nvCxnSpPr>
        <p:spPr>
          <a:xfrm>
            <a:off x="5886450" y="3376242"/>
            <a:ext cx="0" cy="4655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1ACFD79-F2FE-6DC0-F3D1-89EE43D3C4D4}"/>
              </a:ext>
            </a:extLst>
          </p:cNvPr>
          <p:cNvCxnSpPr>
            <a:cxnSpLocks/>
          </p:cNvCxnSpPr>
          <p:nvPr/>
        </p:nvCxnSpPr>
        <p:spPr>
          <a:xfrm flipH="1">
            <a:off x="5615699" y="3376242"/>
            <a:ext cx="27075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B0A90077-C98E-2513-F4F2-C1F93B9F13F3}"/>
              </a:ext>
            </a:extLst>
          </p:cNvPr>
          <p:cNvSpPr txBox="1"/>
          <p:nvPr/>
        </p:nvSpPr>
        <p:spPr>
          <a:xfrm>
            <a:off x="5886450" y="295518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669ADD9-C835-7531-5575-E4FD3F8077A5}"/>
              </a:ext>
            </a:extLst>
          </p:cNvPr>
          <p:cNvSpPr txBox="1"/>
          <p:nvPr/>
        </p:nvSpPr>
        <p:spPr>
          <a:xfrm>
            <a:off x="4730457" y="5025318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6AF4A63E-8D33-D1C4-EAFD-3E7EA7A6EE11}"/>
                  </a:ext>
                </a:extLst>
              </p:cNvPr>
              <p:cNvSpPr txBox="1"/>
              <p:nvPr/>
            </p:nvSpPr>
            <p:spPr>
              <a:xfrm>
                <a:off x="5547094" y="4840652"/>
                <a:ext cx="7825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03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6AF4A63E-8D33-D1C4-EAFD-3E7EA7A6E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7094" y="4840652"/>
                <a:ext cx="78258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E5E710F6-79E8-5A42-25FD-532904A5EB69}"/>
                  </a:ext>
                </a:extLst>
              </p:cNvPr>
              <p:cNvSpPr txBox="1"/>
              <p:nvPr/>
            </p:nvSpPr>
            <p:spPr>
              <a:xfrm>
                <a:off x="4678713" y="4189389"/>
                <a:ext cx="790216" cy="3912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03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E5E710F6-79E8-5A42-25FD-532904A5E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8713" y="4189389"/>
                <a:ext cx="790216" cy="391261"/>
              </a:xfrm>
              <a:prstGeom prst="rect">
                <a:avLst/>
              </a:prstGeom>
              <a:blipFill>
                <a:blip r:embed="rId3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A6E4187E-4382-240B-FA56-8128A5AFCDCA}"/>
                  </a:ext>
                </a:extLst>
              </p:cNvPr>
              <p:cNvSpPr txBox="1"/>
              <p:nvPr/>
            </p:nvSpPr>
            <p:spPr>
              <a:xfrm>
                <a:off x="5938387" y="3608996"/>
                <a:ext cx="720725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243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A6E4187E-4382-240B-FA56-8128A5AFC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8387" y="3608996"/>
                <a:ext cx="720725" cy="391261"/>
              </a:xfrm>
              <a:prstGeom prst="rect">
                <a:avLst/>
              </a:prstGeom>
              <a:blipFill>
                <a:blip r:embed="rId4"/>
                <a:stretch>
                  <a:fillRect r="-8475" b="-4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5DB96772-3A6A-1C17-C59C-AAD02795FE7B}"/>
                  </a:ext>
                </a:extLst>
              </p:cNvPr>
              <p:cNvSpPr txBox="1"/>
              <p:nvPr/>
            </p:nvSpPr>
            <p:spPr>
              <a:xfrm>
                <a:off x="4894640" y="3055103"/>
                <a:ext cx="7207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243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5DB96772-3A6A-1C17-C59C-AAD02795F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640" y="3055103"/>
                <a:ext cx="720725" cy="369332"/>
              </a:xfrm>
              <a:prstGeom prst="rect">
                <a:avLst/>
              </a:prstGeom>
              <a:blipFill>
                <a:blip r:embed="rId5"/>
                <a:stretch>
                  <a:fillRect r="-5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1853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BE417A4-A1F5-04B7-781A-7B8927C334E8}"/>
              </a:ext>
            </a:extLst>
          </p:cNvPr>
          <p:cNvCxnSpPr>
            <a:cxnSpLocks/>
          </p:cNvCxnSpPr>
          <p:nvPr/>
        </p:nvCxnSpPr>
        <p:spPr>
          <a:xfrm flipH="1" flipV="1">
            <a:off x="5696125" y="2969703"/>
            <a:ext cx="1034875" cy="21273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椭圆 4">
            <a:extLst>
              <a:ext uri="{FF2B5EF4-FFF2-40B4-BE49-F238E27FC236}">
                <a16:creationId xmlns:a16="http://schemas.microsoft.com/office/drawing/2014/main" id="{E11830D2-DB40-F5B5-82A1-677EA5B810C1}"/>
              </a:ext>
            </a:extLst>
          </p:cNvPr>
          <p:cNvSpPr/>
          <p:nvPr/>
        </p:nvSpPr>
        <p:spPr>
          <a:xfrm>
            <a:off x="5634925" y="2908503"/>
            <a:ext cx="122400" cy="122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AEDCE33-BB1E-1C26-16A7-EF517F2CA2DC}"/>
              </a:ext>
            </a:extLst>
          </p:cNvPr>
          <p:cNvSpPr/>
          <p:nvPr/>
        </p:nvSpPr>
        <p:spPr>
          <a:xfrm>
            <a:off x="6710258" y="5080094"/>
            <a:ext cx="122400" cy="122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346C2A3-9658-5EE5-F8D5-8105BC6A416D}"/>
              </a:ext>
            </a:extLst>
          </p:cNvPr>
          <p:cNvCxnSpPr>
            <a:cxnSpLocks/>
          </p:cNvCxnSpPr>
          <p:nvPr/>
        </p:nvCxnSpPr>
        <p:spPr>
          <a:xfrm>
            <a:off x="6771458" y="5158594"/>
            <a:ext cx="0" cy="2833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BF90D36-AC47-9CA0-2159-0B8D3146B94A}"/>
              </a:ext>
            </a:extLst>
          </p:cNvPr>
          <p:cNvCxnSpPr>
            <a:cxnSpLocks/>
          </p:cNvCxnSpPr>
          <p:nvPr/>
        </p:nvCxnSpPr>
        <p:spPr>
          <a:xfrm>
            <a:off x="6771458" y="5158594"/>
            <a:ext cx="31514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3816C307-ADF0-410E-730B-3AC6474C923C}"/>
              </a:ext>
            </a:extLst>
          </p:cNvPr>
          <p:cNvCxnSpPr>
            <a:cxnSpLocks/>
          </p:cNvCxnSpPr>
          <p:nvPr/>
        </p:nvCxnSpPr>
        <p:spPr>
          <a:xfrm flipH="1">
            <a:off x="5289550" y="2969703"/>
            <a:ext cx="40657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1ACFD79-F2FE-6DC0-F3D1-89EE43D3C4D4}"/>
              </a:ext>
            </a:extLst>
          </p:cNvPr>
          <p:cNvCxnSpPr>
            <a:cxnSpLocks/>
          </p:cNvCxnSpPr>
          <p:nvPr/>
        </p:nvCxnSpPr>
        <p:spPr>
          <a:xfrm flipV="1">
            <a:off x="5696125" y="2667000"/>
            <a:ext cx="0" cy="3027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D4EC537A-BBD8-94CB-EEB9-63E13693323E}"/>
              </a:ext>
            </a:extLst>
          </p:cNvPr>
          <p:cNvSpPr txBox="1"/>
          <p:nvPr/>
        </p:nvSpPr>
        <p:spPr>
          <a:xfrm>
            <a:off x="5818525" y="2661571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9651DB2-E335-6511-7451-524D3D98373B}"/>
              </a:ext>
            </a:extLst>
          </p:cNvPr>
          <p:cNvSpPr txBox="1"/>
          <p:nvPr/>
        </p:nvSpPr>
        <p:spPr>
          <a:xfrm>
            <a:off x="6731000" y="472432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7D2C83B-8865-DB2D-1C48-A3128071F666}"/>
                  </a:ext>
                </a:extLst>
              </p:cNvPr>
              <p:cNvSpPr txBox="1"/>
              <p:nvPr/>
            </p:nvSpPr>
            <p:spPr>
              <a:xfrm>
                <a:off x="6929029" y="4930940"/>
                <a:ext cx="8763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m:rPr>
                              <m:sty m:val="p"/>
                            </m:rPr>
                            <a:rPr lang="en-US" altLang="zh-CN" i="1" dirty="0"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7D2C83B-8865-DB2D-1C48-A3128071F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9029" y="4930940"/>
                <a:ext cx="8763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C2AB6DF-7F6E-9053-8213-D20311E00899}"/>
                  </a:ext>
                </a:extLst>
              </p:cNvPr>
              <p:cNvSpPr txBox="1"/>
              <p:nvPr/>
            </p:nvSpPr>
            <p:spPr>
              <a:xfrm>
                <a:off x="6145859" y="5424696"/>
                <a:ext cx="1428750" cy="3948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m:rPr>
                              <m:sty m:val="p"/>
                            </m:rPr>
                            <a:rPr lang="en-US" altLang="zh-CN" i="1" dirty="0"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C2AB6DF-7F6E-9053-8213-D20311E00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5859" y="5424696"/>
                <a:ext cx="1428750" cy="394852"/>
              </a:xfrm>
              <a:prstGeom prst="rect">
                <a:avLst/>
              </a:prstGeom>
              <a:blipFill>
                <a:blip r:embed="rId3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0D1EF9F6-9537-A89E-0F66-763C172C8427}"/>
                  </a:ext>
                </a:extLst>
              </p:cNvPr>
              <p:cNvSpPr txBox="1"/>
              <p:nvPr/>
            </p:nvSpPr>
            <p:spPr>
              <a:xfrm>
                <a:off x="4291026" y="2661571"/>
                <a:ext cx="12827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342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0D1EF9F6-9537-A89E-0F66-763C172C8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1026" y="2661571"/>
                <a:ext cx="12827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8589EFF-D4F1-1492-945C-4C28DE90FFEB}"/>
                  </a:ext>
                </a:extLst>
              </p:cNvPr>
              <p:cNvSpPr txBox="1"/>
              <p:nvPr/>
            </p:nvSpPr>
            <p:spPr>
              <a:xfrm>
                <a:off x="2770525" y="2275738"/>
                <a:ext cx="6096000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342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8589EFF-D4F1-1492-945C-4C28DE90F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525" y="2275738"/>
                <a:ext cx="6096000" cy="391261"/>
              </a:xfrm>
              <a:prstGeom prst="rect">
                <a:avLst/>
              </a:prstGeom>
              <a:blipFill>
                <a:blip r:embed="rId5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969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C043491-5CA3-8966-F039-9D72F78CBBE0}"/>
              </a:ext>
            </a:extLst>
          </p:cNvPr>
          <p:cNvSpPr/>
          <p:nvPr/>
        </p:nvSpPr>
        <p:spPr>
          <a:xfrm>
            <a:off x="4025900" y="3549650"/>
            <a:ext cx="774700" cy="133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30F07C36-E3B7-F815-D260-18C14A92523C}"/>
              </a:ext>
            </a:extLst>
          </p:cNvPr>
          <p:cNvSpPr/>
          <p:nvPr/>
        </p:nvSpPr>
        <p:spPr>
          <a:xfrm>
            <a:off x="4352050" y="4155200"/>
            <a:ext cx="122400" cy="122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2F625ED-7AE7-0557-ACA4-3813FD40BE34}"/>
              </a:ext>
            </a:extLst>
          </p:cNvPr>
          <p:cNvCxnSpPr>
            <a:cxnSpLocks/>
            <a:endCxn id="4" idx="1"/>
          </p:cNvCxnSpPr>
          <p:nvPr/>
        </p:nvCxnSpPr>
        <p:spPr>
          <a:xfrm flipH="1">
            <a:off x="4025900" y="4214209"/>
            <a:ext cx="387350" cy="21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77E3F22-ED7E-AD72-D831-D55584D3F732}"/>
              </a:ext>
            </a:extLst>
          </p:cNvPr>
          <p:cNvCxnSpPr>
            <a:cxnSpLocks/>
          </p:cNvCxnSpPr>
          <p:nvPr/>
        </p:nvCxnSpPr>
        <p:spPr>
          <a:xfrm flipV="1">
            <a:off x="4412098" y="3892550"/>
            <a:ext cx="1152" cy="315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13BD897-E637-62BE-6822-F743F47BD0E9}"/>
              </a:ext>
            </a:extLst>
          </p:cNvPr>
          <p:cNvCxnSpPr>
            <a:cxnSpLocks/>
          </p:cNvCxnSpPr>
          <p:nvPr/>
        </p:nvCxnSpPr>
        <p:spPr>
          <a:xfrm>
            <a:off x="4413250" y="4205435"/>
            <a:ext cx="279400" cy="3450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DB8A7995-A152-C9F4-A7A1-E81ABDCCC00F}"/>
              </a:ext>
            </a:extLst>
          </p:cNvPr>
          <p:cNvSpPr txBox="1"/>
          <p:nvPr/>
        </p:nvSpPr>
        <p:spPr>
          <a:xfrm>
            <a:off x="4469918" y="381208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93A3DFA6-3E9E-6D68-353C-41EA9AB0E2CE}"/>
                  </a:ext>
                </a:extLst>
              </p:cNvPr>
              <p:cNvSpPr txBox="1"/>
              <p:nvPr/>
            </p:nvSpPr>
            <p:spPr>
              <a:xfrm>
                <a:off x="4692650" y="4416095"/>
                <a:ext cx="7048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93A3DFA6-3E9E-6D68-353C-41EA9AB0E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2650" y="4416095"/>
                <a:ext cx="70485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B1F59758-6C9D-FAF9-0EF9-FD52B0DD8387}"/>
                  </a:ext>
                </a:extLst>
              </p:cNvPr>
              <p:cNvSpPr txBox="1"/>
              <p:nvPr/>
            </p:nvSpPr>
            <p:spPr>
              <a:xfrm>
                <a:off x="3932673" y="3509325"/>
                <a:ext cx="958850" cy="3948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21</m:t>
                          </m:r>
                          <m:r>
                            <m:rPr>
                              <m:sty m:val="p"/>
                            </m:rPr>
                            <a:rPr lang="en-US" altLang="zh-CN" i="1" dirty="0"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B1F59758-6C9D-FAF9-0EF9-FD52B0DD8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673" y="3509325"/>
                <a:ext cx="958850" cy="394852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79ABB3C8-D190-FB08-108C-9373681FA66B}"/>
                  </a:ext>
                </a:extLst>
              </p:cNvPr>
              <p:cNvSpPr txBox="1"/>
              <p:nvPr/>
            </p:nvSpPr>
            <p:spPr>
              <a:xfrm>
                <a:off x="3278787" y="3890250"/>
                <a:ext cx="8413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21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79ABB3C8-D190-FB08-108C-9373681FA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787" y="3890250"/>
                <a:ext cx="84137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1602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37</Words>
  <Application>Microsoft Office PowerPoint</Application>
  <PresentationFormat>宽屏</PresentationFormat>
  <Paragraphs>37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铎 任</dc:creator>
  <cp:lastModifiedBy>铎 任</cp:lastModifiedBy>
  <cp:revision>2</cp:revision>
  <dcterms:created xsi:type="dcterms:W3CDTF">2023-07-11T07:58:11Z</dcterms:created>
  <dcterms:modified xsi:type="dcterms:W3CDTF">2023-07-12T16:22:29Z</dcterms:modified>
</cp:coreProperties>
</file>