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3"/>
  </p:sldMasterIdLst>
  <p:notesMasterIdLst>
    <p:notesMasterId r:id="rId5"/>
  </p:notesMasterIdLst>
  <p:sldIdLst>
    <p:sldId id="271" r:id="rId4"/>
    <p:sldId id="259" r:id="rId6"/>
    <p:sldId id="260" r:id="rId7"/>
    <p:sldId id="287" r:id="rId8"/>
    <p:sldId id="264" r:id="rId9"/>
    <p:sldId id="288" r:id="rId10"/>
    <p:sldId id="289" r:id="rId11"/>
    <p:sldId id="266" r:id="rId12"/>
    <p:sldId id="292" r:id="rId13"/>
    <p:sldId id="290" r:id="rId14"/>
    <p:sldId id="267" r:id="rId15"/>
    <p:sldId id="258" r:id="rId16"/>
  </p:sldIdLst>
  <p:sldSz cx="12192000" cy="6858000"/>
  <p:notesSz cx="6858000" cy="9144000"/>
  <p:embeddedFontLst>
    <p:embeddedFont>
      <p:font typeface="方正清刻本悦宋简体" panose="02000000000000000000" pitchFamily="2" charset="-122"/>
      <p:regular r:id="rId20"/>
    </p:embeddedFont>
    <p:embeddedFont>
      <p:font typeface="等线" panose="02010600030101010101" charset="-122"/>
      <p:regular r:id="rId21"/>
    </p:embeddedFont>
    <p:embeddedFont>
      <p:font typeface="等线 Light" panose="02010600030101010101" charset="-122"/>
      <p:regular r:id="rId22"/>
    </p:embeddedFont>
  </p:embeddedFontLst>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B74"/>
    <a:srgbClr val="0070C0"/>
    <a:srgbClr val="396EAE"/>
    <a:srgbClr val="7F909C"/>
    <a:srgbClr val="E86F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5" d="100"/>
          <a:sy n="85" d="100"/>
        </p:scale>
        <p:origin x="590" y="72"/>
      </p:cViewPr>
      <p:guideLst>
        <p:guide orient="horz" pos="4065"/>
        <p:guide pos="3837"/>
        <p:guide pos="193"/>
        <p:guide pos="7491"/>
        <p:guide orient="horz" pos="70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gs" Target="tags/tag2.xml"/><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24E05-F9AF-474D-9B43-92A644744B7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75FB7-BB96-441E-A764-0A7629F81A3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1B75FB7-BB96-441E-A764-0A7629F81A3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F3884C7-86AB-499E-A2A1-534960C283F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6237FB-1061-43C4-BC20-5BB952568A1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884C7-86AB-499E-A2A1-534960C283F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6237FB-1061-43C4-BC20-5BB952568A1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884C7-86AB-499E-A2A1-534960C283F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6237FB-1061-43C4-BC20-5BB952568A1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任意多边形: 形状 25"/>
          <p:cNvSpPr/>
          <p:nvPr/>
        </p:nvSpPr>
        <p:spPr>
          <a:xfrm>
            <a:off x="4984044" y="4005910"/>
            <a:ext cx="7207956" cy="2852091"/>
          </a:xfrm>
          <a:custGeom>
            <a:avLst/>
            <a:gdLst>
              <a:gd name="connsiteX0" fmla="*/ 1591734 w 7207956"/>
              <a:gd name="connsiteY0" fmla="*/ 0 h 2852091"/>
              <a:gd name="connsiteX1" fmla="*/ 7207956 w 7207956"/>
              <a:gd name="connsiteY1" fmla="*/ 0 h 2852091"/>
              <a:gd name="connsiteX2" fmla="*/ 7207956 w 7207956"/>
              <a:gd name="connsiteY2" fmla="*/ 2852091 h 2852091"/>
              <a:gd name="connsiteX3" fmla="*/ 620406 w 7207956"/>
              <a:gd name="connsiteY3" fmla="*/ 2852091 h 2852091"/>
              <a:gd name="connsiteX4" fmla="*/ 521489 w 7207956"/>
              <a:gd name="connsiteY4" fmla="*/ 2769964 h 2852091"/>
              <a:gd name="connsiteX5" fmla="*/ 8218 w 7207956"/>
              <a:gd name="connsiteY5" fmla="*/ 1754479 h 2852091"/>
              <a:gd name="connsiteX6" fmla="*/ 0 w 7207956"/>
              <a:gd name="connsiteY6" fmla="*/ 1591734 h 2852091"/>
              <a:gd name="connsiteX7" fmla="*/ 8218 w 7207956"/>
              <a:gd name="connsiteY7" fmla="*/ 1428989 h 2852091"/>
              <a:gd name="connsiteX8" fmla="*/ 1591734 w 7207956"/>
              <a:gd name="connsiteY8" fmla="*/ 0 h 2852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7956" h="2852091">
                <a:moveTo>
                  <a:pt x="1591734" y="0"/>
                </a:moveTo>
                <a:lnTo>
                  <a:pt x="7207956" y="0"/>
                </a:lnTo>
                <a:lnTo>
                  <a:pt x="7207956" y="2852091"/>
                </a:lnTo>
                <a:lnTo>
                  <a:pt x="620406" y="2852091"/>
                </a:lnTo>
                <a:lnTo>
                  <a:pt x="521489" y="2769964"/>
                </a:lnTo>
                <a:cubicBezTo>
                  <a:pt x="238817" y="2513047"/>
                  <a:pt x="48975" y="2155800"/>
                  <a:pt x="8218" y="1754479"/>
                </a:cubicBezTo>
                <a:lnTo>
                  <a:pt x="0" y="1591734"/>
                </a:lnTo>
                <a:lnTo>
                  <a:pt x="8218" y="1428989"/>
                </a:lnTo>
                <a:cubicBezTo>
                  <a:pt x="89731" y="626348"/>
                  <a:pt x="767587" y="0"/>
                  <a:pt x="1591734"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179830" y="1908175"/>
            <a:ext cx="9961880" cy="3042285"/>
          </a:xfrm>
          <a:prstGeom prst="rect">
            <a:avLst/>
          </a:prstGeom>
          <a:noFill/>
        </p:spPr>
        <p:txBody>
          <a:bodyPr wrap="square" rtlCol="0">
            <a:noAutofit/>
          </a:bodyPr>
          <a:lstStyle/>
          <a:p>
            <a:pPr algn="ctr"/>
            <a:r>
              <a:rPr lang="zh-CN" altLang="en-US" sz="4800" dirty="0">
                <a:solidFill>
                  <a:schemeClr val="accent1"/>
                </a:solidFill>
                <a:effectLst>
                  <a:outerShdw blurRad="38100" dist="25400" dir="5400000" algn="ctr" rotWithShape="0">
                    <a:srgbClr val="6E747A">
                      <a:alpha val="43000"/>
                    </a:srgbClr>
                  </a:outerShdw>
                </a:effectLst>
                <a:latin typeface="方正清刻本悦宋简体" panose="02000000000000000000" pitchFamily="2" charset="-122"/>
                <a:ea typeface="方正清刻本悦宋简体" panose="02000000000000000000" pitchFamily="2" charset="-122"/>
              </a:rPr>
              <a:t>“构建和谐寝室，</a:t>
            </a:r>
            <a:r>
              <a:rPr lang="zh-CN" altLang="en-US" sz="4800" dirty="0">
                <a:solidFill>
                  <a:schemeClr val="accent2"/>
                </a:solidFill>
                <a:effectLst>
                  <a:outerShdw blurRad="38100" dist="25400" dir="5400000" algn="ctr" rotWithShape="0">
                    <a:srgbClr val="6E747A">
                      <a:alpha val="43000"/>
                    </a:srgbClr>
                  </a:outerShdw>
                </a:effectLst>
                <a:latin typeface="方正清刻本悦宋简体" panose="02000000000000000000" pitchFamily="2" charset="-122"/>
                <a:ea typeface="方正清刻本悦宋简体" panose="02000000000000000000" pitchFamily="2" charset="-122"/>
              </a:rPr>
              <a:t>丰富寝室文化”</a:t>
            </a:r>
            <a:endParaRPr lang="zh-CN" altLang="en-US" sz="4800" dirty="0">
              <a:latin typeface="方正清刻本悦宋简体" panose="02000000000000000000" pitchFamily="2" charset="-122"/>
              <a:ea typeface="方正清刻本悦宋简体" panose="02000000000000000000" pitchFamily="2" charset="-122"/>
            </a:endParaRPr>
          </a:p>
          <a:p>
            <a:pPr algn="ctr"/>
            <a:r>
              <a:rPr lang="zh-CN" altLang="en-US" sz="4800" dirty="0">
                <a:latin typeface="方正清刻本悦宋简体" panose="02000000000000000000" pitchFamily="2" charset="-122"/>
                <a:ea typeface="方正清刻本悦宋简体" panose="02000000000000000000" pitchFamily="2" charset="-122"/>
              </a:rPr>
              <a:t>主题</a:t>
            </a:r>
            <a:r>
              <a:rPr lang="zh-CN" altLang="en-US" sz="4800" dirty="0">
                <a:latin typeface="方正清刻本悦宋简体" panose="02000000000000000000" pitchFamily="2" charset="-122"/>
                <a:ea typeface="方正清刻本悦宋简体" panose="02000000000000000000" pitchFamily="2" charset="-122"/>
              </a:rPr>
              <a:t>心理班会</a:t>
            </a:r>
            <a:endParaRPr lang="zh-CN" altLang="en-US" sz="4800" dirty="0">
              <a:latin typeface="方正清刻本悦宋简体" panose="02000000000000000000" pitchFamily="2" charset="-122"/>
              <a:ea typeface="方正清刻本悦宋简体" panose="02000000000000000000" pitchFamily="2" charset="-122"/>
            </a:endParaRPr>
          </a:p>
          <a:p>
            <a:pPr algn="ctr"/>
            <a:r>
              <a:rPr lang="en-US" altLang="zh-CN" sz="3600" dirty="0">
                <a:latin typeface="方正清刻本悦宋简体" panose="02000000000000000000" pitchFamily="2" charset="-122"/>
                <a:ea typeface="方正清刻本悦宋简体" panose="02000000000000000000" pitchFamily="2" charset="-122"/>
              </a:rPr>
              <a:t>                                                        </a:t>
            </a:r>
            <a:endParaRPr lang="en-US" altLang="zh-CN" sz="3600" dirty="0">
              <a:latin typeface="方正清刻本悦宋简体" panose="02000000000000000000" pitchFamily="2" charset="-122"/>
              <a:ea typeface="方正清刻本悦宋简体" panose="02000000000000000000" pitchFamily="2" charset="-122"/>
            </a:endParaRPr>
          </a:p>
          <a:p>
            <a:pPr algn="ctr"/>
            <a:r>
              <a:rPr lang="en-US" altLang="zh-CN" sz="3600" dirty="0">
                <a:latin typeface="方正清刻本悦宋简体" panose="02000000000000000000" pitchFamily="2" charset="-122"/>
                <a:ea typeface="方正清刻本悦宋简体" panose="02000000000000000000" pitchFamily="2" charset="-122"/>
              </a:rPr>
              <a:t>                                                           -</a:t>
            </a:r>
            <a:r>
              <a:rPr lang="zh-CN" altLang="en-US" sz="3600" dirty="0">
                <a:latin typeface="方正清刻本悦宋简体" panose="02000000000000000000" pitchFamily="2" charset="-122"/>
                <a:ea typeface="方正清刻本悦宋简体" panose="02000000000000000000" pitchFamily="2" charset="-122"/>
              </a:rPr>
              <a:t>车辆</a:t>
            </a:r>
            <a:r>
              <a:rPr lang="en-US" altLang="zh-CN" sz="3600" dirty="0">
                <a:latin typeface="方正清刻本悦宋简体" panose="02000000000000000000" pitchFamily="2" charset="-122"/>
                <a:ea typeface="方正清刻本悦宋简体" panose="02000000000000000000" pitchFamily="2" charset="-122"/>
              </a:rPr>
              <a:t>2021-03</a:t>
            </a:r>
            <a:r>
              <a:rPr lang="zh-CN" altLang="en-US" sz="3600" dirty="0">
                <a:latin typeface="方正清刻本悦宋简体" panose="02000000000000000000" pitchFamily="2" charset="-122"/>
                <a:ea typeface="方正清刻本悦宋简体" panose="02000000000000000000" pitchFamily="2" charset="-122"/>
              </a:rPr>
              <a:t>班</a:t>
            </a:r>
            <a:endParaRPr lang="zh-CN" altLang="en-US" sz="3600" dirty="0">
              <a:latin typeface="方正清刻本悦宋简体" panose="02000000000000000000" pitchFamily="2" charset="-122"/>
              <a:ea typeface="方正清刻本悦宋简体" panose="02000000000000000000" pitchFamily="2" charset="-122"/>
            </a:endParaRPr>
          </a:p>
          <a:p>
            <a:pPr algn="ctr"/>
            <a:r>
              <a:rPr lang="en-US" altLang="zh-CN" sz="3600" dirty="0">
                <a:latin typeface="方正清刻本悦宋简体" panose="02000000000000000000" pitchFamily="2" charset="-122"/>
                <a:ea typeface="方正清刻本悦宋简体" panose="02000000000000000000" pitchFamily="2" charset="-122"/>
              </a:rPr>
              <a:t>                                                         </a:t>
            </a:r>
            <a:r>
              <a:rPr lang="zh-CN" altLang="en-US" sz="3600" dirty="0">
                <a:latin typeface="方正清刻本悦宋简体" panose="02000000000000000000" pitchFamily="2" charset="-122"/>
                <a:ea typeface="方正清刻本悦宋简体" panose="02000000000000000000" pitchFamily="2" charset="-122"/>
              </a:rPr>
              <a:t>汇报人：</a:t>
            </a:r>
            <a:r>
              <a:rPr lang="zh-CN" altLang="en-US" sz="3600" dirty="0">
                <a:latin typeface="方正清刻本悦宋简体" panose="02000000000000000000" pitchFamily="2" charset="-122"/>
                <a:ea typeface="方正清刻本悦宋简体" panose="02000000000000000000" pitchFamily="2" charset="-122"/>
              </a:rPr>
              <a:t>杨勇烨</a:t>
            </a:r>
            <a:endParaRPr lang="zh-CN" altLang="en-US" sz="3600" dirty="0">
              <a:latin typeface="方正清刻本悦宋简体" panose="02000000000000000000" pitchFamily="2" charset="-122"/>
              <a:ea typeface="方正清刻本悦宋简体" panose="02000000000000000000" pitchFamily="2" charset="-122"/>
            </a:endParaRPr>
          </a:p>
        </p:txBody>
      </p:sp>
      <p:sp>
        <p:nvSpPr>
          <p:cNvPr id="24" name="任意多边形: 形状 23"/>
          <p:cNvSpPr/>
          <p:nvPr/>
        </p:nvSpPr>
        <p:spPr>
          <a:xfrm>
            <a:off x="-10996" y="4522562"/>
            <a:ext cx="6578655" cy="2343730"/>
          </a:xfrm>
          <a:custGeom>
            <a:avLst/>
            <a:gdLst>
              <a:gd name="connsiteX0" fmla="*/ 0 w 6578655"/>
              <a:gd name="connsiteY0" fmla="*/ 0 h 2343730"/>
              <a:gd name="connsiteX1" fmla="*/ 4986922 w 6578655"/>
              <a:gd name="connsiteY1" fmla="*/ 0 h 2343730"/>
              <a:gd name="connsiteX2" fmla="*/ 6578655 w 6578655"/>
              <a:gd name="connsiteY2" fmla="*/ 1591734 h 2343730"/>
              <a:gd name="connsiteX3" fmla="*/ 6578654 w 6578655"/>
              <a:gd name="connsiteY3" fmla="*/ 1591734 h 2343730"/>
              <a:gd name="connsiteX4" fmla="*/ 6453568 w 6578655"/>
              <a:gd name="connsiteY4" fmla="*/ 2211309 h 2343730"/>
              <a:gd name="connsiteX5" fmla="*/ 6389777 w 6578655"/>
              <a:gd name="connsiteY5" fmla="*/ 2343730 h 2343730"/>
              <a:gd name="connsiteX6" fmla="*/ 0 w 6578655"/>
              <a:gd name="connsiteY6" fmla="*/ 2343730 h 234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8655" h="2343730">
                <a:moveTo>
                  <a:pt x="0" y="0"/>
                </a:moveTo>
                <a:lnTo>
                  <a:pt x="4986922" y="0"/>
                </a:lnTo>
                <a:cubicBezTo>
                  <a:pt x="5866011" y="0"/>
                  <a:pt x="6578655" y="712644"/>
                  <a:pt x="6578655" y="1591734"/>
                </a:cubicBezTo>
                <a:lnTo>
                  <a:pt x="6578654" y="1591734"/>
                </a:lnTo>
                <a:cubicBezTo>
                  <a:pt x="6578654" y="1811507"/>
                  <a:pt x="6534114" y="2020876"/>
                  <a:pt x="6453568" y="2211309"/>
                </a:cubicBezTo>
                <a:lnTo>
                  <a:pt x="6389777" y="2343730"/>
                </a:lnTo>
                <a:lnTo>
                  <a:pt x="0" y="234373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nvSpPr>
        <p:spPr>
          <a:xfrm>
            <a:off x="4984044" y="5266266"/>
            <a:ext cx="7207956" cy="1591735"/>
          </a:xfrm>
          <a:custGeom>
            <a:avLst/>
            <a:gdLst>
              <a:gd name="connsiteX0" fmla="*/ 1591734 w 7207956"/>
              <a:gd name="connsiteY0" fmla="*/ 0 h 1591735"/>
              <a:gd name="connsiteX1" fmla="*/ 7207956 w 7207956"/>
              <a:gd name="connsiteY1" fmla="*/ 0 h 1591735"/>
              <a:gd name="connsiteX2" fmla="*/ 7207956 w 7207956"/>
              <a:gd name="connsiteY2" fmla="*/ 1591735 h 1591735"/>
              <a:gd name="connsiteX3" fmla="*/ 0 w 7207956"/>
              <a:gd name="connsiteY3" fmla="*/ 1591735 h 1591735"/>
              <a:gd name="connsiteX4" fmla="*/ 0 w 7207956"/>
              <a:gd name="connsiteY4" fmla="*/ 1591734 h 1591735"/>
              <a:gd name="connsiteX5" fmla="*/ 8218 w 7207956"/>
              <a:gd name="connsiteY5" fmla="*/ 1428989 h 1591735"/>
              <a:gd name="connsiteX6" fmla="*/ 1591734 w 7207956"/>
              <a:gd name="connsiteY6" fmla="*/ 0 h 159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07956" h="1591735">
                <a:moveTo>
                  <a:pt x="1591734" y="0"/>
                </a:moveTo>
                <a:lnTo>
                  <a:pt x="7207956" y="0"/>
                </a:lnTo>
                <a:lnTo>
                  <a:pt x="7207956" y="1591735"/>
                </a:lnTo>
                <a:lnTo>
                  <a:pt x="0" y="1591735"/>
                </a:lnTo>
                <a:lnTo>
                  <a:pt x="0" y="1591734"/>
                </a:lnTo>
                <a:lnTo>
                  <a:pt x="8218" y="1428989"/>
                </a:lnTo>
                <a:cubicBezTo>
                  <a:pt x="89731" y="626348"/>
                  <a:pt x="767588" y="0"/>
                  <a:pt x="1591734" y="0"/>
                </a:cubicBezTo>
                <a:close/>
              </a:path>
            </a:pathLst>
          </a:custGeom>
          <a:solidFill>
            <a:srgbClr val="E97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293080" y="2390083"/>
            <a:ext cx="5605840" cy="829945"/>
          </a:xfrm>
          <a:prstGeom prst="rect">
            <a:avLst/>
          </a:prstGeom>
          <a:noFill/>
        </p:spPr>
        <p:txBody>
          <a:bodyPr wrap="square" rtlCol="0">
            <a:spAutoFit/>
          </a:bodyPr>
          <a:lstStyle/>
          <a:p>
            <a:pPr algn="ctr"/>
            <a:r>
              <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rPr>
              <a:t>班会</a:t>
            </a:r>
            <a:r>
              <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rPr>
              <a:t>主题概述</a:t>
            </a:r>
            <a:endPar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endParaRPr>
          </a:p>
        </p:txBody>
      </p:sp>
      <p:sp>
        <p:nvSpPr>
          <p:cNvPr id="12" name="任意多边形: 形状 11"/>
          <p:cNvSpPr/>
          <p:nvPr/>
        </p:nvSpPr>
        <p:spPr>
          <a:xfrm>
            <a:off x="4984044" y="4005910"/>
            <a:ext cx="7207956" cy="2852091"/>
          </a:xfrm>
          <a:custGeom>
            <a:avLst/>
            <a:gdLst>
              <a:gd name="connsiteX0" fmla="*/ 1591734 w 7207956"/>
              <a:gd name="connsiteY0" fmla="*/ 0 h 2852091"/>
              <a:gd name="connsiteX1" fmla="*/ 7207956 w 7207956"/>
              <a:gd name="connsiteY1" fmla="*/ 0 h 2852091"/>
              <a:gd name="connsiteX2" fmla="*/ 7207956 w 7207956"/>
              <a:gd name="connsiteY2" fmla="*/ 2852091 h 2852091"/>
              <a:gd name="connsiteX3" fmla="*/ 620406 w 7207956"/>
              <a:gd name="connsiteY3" fmla="*/ 2852091 h 2852091"/>
              <a:gd name="connsiteX4" fmla="*/ 521489 w 7207956"/>
              <a:gd name="connsiteY4" fmla="*/ 2769964 h 2852091"/>
              <a:gd name="connsiteX5" fmla="*/ 8218 w 7207956"/>
              <a:gd name="connsiteY5" fmla="*/ 1754479 h 2852091"/>
              <a:gd name="connsiteX6" fmla="*/ 0 w 7207956"/>
              <a:gd name="connsiteY6" fmla="*/ 1591734 h 2852091"/>
              <a:gd name="connsiteX7" fmla="*/ 8218 w 7207956"/>
              <a:gd name="connsiteY7" fmla="*/ 1428989 h 2852091"/>
              <a:gd name="connsiteX8" fmla="*/ 1591734 w 7207956"/>
              <a:gd name="connsiteY8" fmla="*/ 0 h 2852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7956" h="2852091">
                <a:moveTo>
                  <a:pt x="1591734" y="0"/>
                </a:moveTo>
                <a:lnTo>
                  <a:pt x="7207956" y="0"/>
                </a:lnTo>
                <a:lnTo>
                  <a:pt x="7207956" y="2852091"/>
                </a:lnTo>
                <a:lnTo>
                  <a:pt x="620406" y="2852091"/>
                </a:lnTo>
                <a:lnTo>
                  <a:pt x="521489" y="2769964"/>
                </a:lnTo>
                <a:cubicBezTo>
                  <a:pt x="238817" y="2513047"/>
                  <a:pt x="48975" y="2155800"/>
                  <a:pt x="8218" y="1754479"/>
                </a:cubicBezTo>
                <a:lnTo>
                  <a:pt x="0" y="1591734"/>
                </a:lnTo>
                <a:lnTo>
                  <a:pt x="8218" y="1428989"/>
                </a:lnTo>
                <a:cubicBezTo>
                  <a:pt x="89731" y="626348"/>
                  <a:pt x="767587" y="0"/>
                  <a:pt x="1591734"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nvSpPr>
        <p:spPr>
          <a:xfrm>
            <a:off x="-10996" y="4522562"/>
            <a:ext cx="6578655" cy="2343730"/>
          </a:xfrm>
          <a:custGeom>
            <a:avLst/>
            <a:gdLst>
              <a:gd name="connsiteX0" fmla="*/ 0 w 6578655"/>
              <a:gd name="connsiteY0" fmla="*/ 0 h 2343730"/>
              <a:gd name="connsiteX1" fmla="*/ 4986922 w 6578655"/>
              <a:gd name="connsiteY1" fmla="*/ 0 h 2343730"/>
              <a:gd name="connsiteX2" fmla="*/ 6578655 w 6578655"/>
              <a:gd name="connsiteY2" fmla="*/ 1591734 h 2343730"/>
              <a:gd name="connsiteX3" fmla="*/ 6578654 w 6578655"/>
              <a:gd name="connsiteY3" fmla="*/ 1591734 h 2343730"/>
              <a:gd name="connsiteX4" fmla="*/ 6453568 w 6578655"/>
              <a:gd name="connsiteY4" fmla="*/ 2211309 h 2343730"/>
              <a:gd name="connsiteX5" fmla="*/ 6389777 w 6578655"/>
              <a:gd name="connsiteY5" fmla="*/ 2343730 h 2343730"/>
              <a:gd name="connsiteX6" fmla="*/ 0 w 6578655"/>
              <a:gd name="connsiteY6" fmla="*/ 2343730 h 234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8655" h="2343730">
                <a:moveTo>
                  <a:pt x="0" y="0"/>
                </a:moveTo>
                <a:lnTo>
                  <a:pt x="4986922" y="0"/>
                </a:lnTo>
                <a:cubicBezTo>
                  <a:pt x="5866011" y="0"/>
                  <a:pt x="6578655" y="712644"/>
                  <a:pt x="6578655" y="1591734"/>
                </a:cubicBezTo>
                <a:lnTo>
                  <a:pt x="6578654" y="1591734"/>
                </a:lnTo>
                <a:cubicBezTo>
                  <a:pt x="6578654" y="1811507"/>
                  <a:pt x="6534114" y="2020876"/>
                  <a:pt x="6453568" y="2211309"/>
                </a:cubicBezTo>
                <a:lnTo>
                  <a:pt x="6389777" y="2343730"/>
                </a:lnTo>
                <a:lnTo>
                  <a:pt x="0" y="234373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a:off x="4984044" y="5266266"/>
            <a:ext cx="7207956" cy="1591735"/>
          </a:xfrm>
          <a:custGeom>
            <a:avLst/>
            <a:gdLst>
              <a:gd name="connsiteX0" fmla="*/ 1591734 w 7207956"/>
              <a:gd name="connsiteY0" fmla="*/ 0 h 1591735"/>
              <a:gd name="connsiteX1" fmla="*/ 7207956 w 7207956"/>
              <a:gd name="connsiteY1" fmla="*/ 0 h 1591735"/>
              <a:gd name="connsiteX2" fmla="*/ 7207956 w 7207956"/>
              <a:gd name="connsiteY2" fmla="*/ 1591735 h 1591735"/>
              <a:gd name="connsiteX3" fmla="*/ 0 w 7207956"/>
              <a:gd name="connsiteY3" fmla="*/ 1591735 h 1591735"/>
              <a:gd name="connsiteX4" fmla="*/ 0 w 7207956"/>
              <a:gd name="connsiteY4" fmla="*/ 1591734 h 1591735"/>
              <a:gd name="connsiteX5" fmla="*/ 8218 w 7207956"/>
              <a:gd name="connsiteY5" fmla="*/ 1428989 h 1591735"/>
              <a:gd name="connsiteX6" fmla="*/ 1591734 w 7207956"/>
              <a:gd name="connsiteY6" fmla="*/ 0 h 159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07956" h="1591735">
                <a:moveTo>
                  <a:pt x="1591734" y="0"/>
                </a:moveTo>
                <a:lnTo>
                  <a:pt x="7207956" y="0"/>
                </a:lnTo>
                <a:lnTo>
                  <a:pt x="7207956" y="1591735"/>
                </a:lnTo>
                <a:lnTo>
                  <a:pt x="0" y="1591735"/>
                </a:lnTo>
                <a:lnTo>
                  <a:pt x="0" y="1591734"/>
                </a:lnTo>
                <a:lnTo>
                  <a:pt x="8218" y="1428989"/>
                </a:lnTo>
                <a:cubicBezTo>
                  <a:pt x="89731" y="626348"/>
                  <a:pt x="767588" y="0"/>
                  <a:pt x="1591734" y="0"/>
                </a:cubicBezTo>
                <a:close/>
              </a:path>
            </a:pathLst>
          </a:custGeom>
          <a:solidFill>
            <a:srgbClr val="E97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300038" y="1552365"/>
            <a:ext cx="720000" cy="720000"/>
            <a:chOff x="6268031" y="1234313"/>
            <a:chExt cx="720000" cy="720000"/>
          </a:xfrm>
        </p:grpSpPr>
        <p:sp>
          <p:nvSpPr>
            <p:cNvPr id="30" name="椭圆 29"/>
            <p:cNvSpPr/>
            <p:nvPr/>
          </p:nvSpPr>
          <p:spPr>
            <a:xfrm flipH="1">
              <a:off x="6268031" y="1234313"/>
              <a:ext cx="720000" cy="7200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431"/>
            <p:cNvSpPr>
              <a:spLocks noEditPoints="1"/>
            </p:cNvSpPr>
            <p:nvPr/>
          </p:nvSpPr>
          <p:spPr bwMode="auto">
            <a:xfrm>
              <a:off x="6500535" y="1501661"/>
              <a:ext cx="254992" cy="185304"/>
            </a:xfrm>
            <a:custGeom>
              <a:avLst/>
              <a:gdLst>
                <a:gd name="T0" fmla="*/ 7690 w 15546"/>
                <a:gd name="T1" fmla="*/ 10913 h 11294"/>
                <a:gd name="T2" fmla="*/ 4280 w 15546"/>
                <a:gd name="T3" fmla="*/ 8743 h 11294"/>
                <a:gd name="T4" fmla="*/ 7570 w 15546"/>
                <a:gd name="T5" fmla="*/ 388 h 11294"/>
                <a:gd name="T6" fmla="*/ 7778 w 15546"/>
                <a:gd name="T7" fmla="*/ 551 h 11294"/>
                <a:gd name="T8" fmla="*/ 354 w 15546"/>
                <a:gd name="T9" fmla="*/ 3406 h 11294"/>
                <a:gd name="T10" fmla="*/ 21 w 15546"/>
                <a:gd name="T11" fmla="*/ 3812 h 11294"/>
                <a:gd name="T12" fmla="*/ 91 w 15546"/>
                <a:gd name="T13" fmla="*/ 7674 h 11294"/>
                <a:gd name="T14" fmla="*/ 529 w 15546"/>
                <a:gd name="T15" fmla="*/ 7968 h 11294"/>
                <a:gd name="T16" fmla="*/ 11439 w 15546"/>
                <a:gd name="T17" fmla="*/ 1730 h 11294"/>
                <a:gd name="T18" fmla="*/ 10953 w 15546"/>
                <a:gd name="T19" fmla="*/ 1730 h 11294"/>
                <a:gd name="T20" fmla="*/ 10643 w 15546"/>
                <a:gd name="T21" fmla="*/ 2089 h 11294"/>
                <a:gd name="T22" fmla="*/ 10715 w 15546"/>
                <a:gd name="T23" fmla="*/ 2570 h 11294"/>
                <a:gd name="T24" fmla="*/ 11579 w 15546"/>
                <a:gd name="T25" fmla="*/ 3750 h 11294"/>
                <a:gd name="T26" fmla="*/ 12024 w 15546"/>
                <a:gd name="T27" fmla="*/ 5542 h 11294"/>
                <a:gd name="T28" fmla="*/ 11707 w 15546"/>
                <a:gd name="T29" fmla="*/ 7265 h 11294"/>
                <a:gd name="T30" fmla="*/ 10768 w 15546"/>
                <a:gd name="T31" fmla="*/ 8656 h 11294"/>
                <a:gd name="T32" fmla="*/ 10625 w 15546"/>
                <a:gd name="T33" fmla="*/ 9125 h 11294"/>
                <a:gd name="T34" fmla="*/ 10878 w 15546"/>
                <a:gd name="T35" fmla="*/ 9523 h 11294"/>
                <a:gd name="T36" fmla="*/ 11333 w 15546"/>
                <a:gd name="T37" fmla="*/ 9602 h 11294"/>
                <a:gd name="T38" fmla="*/ 11877 w 15546"/>
                <a:gd name="T39" fmla="*/ 9155 h 11294"/>
                <a:gd name="T40" fmla="*/ 12548 w 15546"/>
                <a:gd name="T41" fmla="*/ 8179 h 11294"/>
                <a:gd name="T42" fmla="*/ 12984 w 15546"/>
                <a:gd name="T43" fmla="*/ 7087 h 11294"/>
                <a:gd name="T44" fmla="*/ 13172 w 15546"/>
                <a:gd name="T45" fmla="*/ 5915 h 11294"/>
                <a:gd name="T46" fmla="*/ 13110 w 15546"/>
                <a:gd name="T47" fmla="*/ 4785 h 11294"/>
                <a:gd name="T48" fmla="*/ 12796 w 15546"/>
                <a:gd name="T49" fmla="*/ 3649 h 11294"/>
                <a:gd name="T50" fmla="*/ 12241 w 15546"/>
                <a:gd name="T51" fmla="*/ 2611 h 11294"/>
                <a:gd name="T52" fmla="*/ 13280 w 15546"/>
                <a:gd name="T53" fmla="*/ 169 h 11294"/>
                <a:gd name="T54" fmla="*/ 12818 w 15546"/>
                <a:gd name="T55" fmla="*/ 4 h 11294"/>
                <a:gd name="T56" fmla="*/ 12407 w 15546"/>
                <a:gd name="T57" fmla="*/ 235 h 11294"/>
                <a:gd name="T58" fmla="*/ 12313 w 15546"/>
                <a:gd name="T59" fmla="*/ 714 h 11294"/>
                <a:gd name="T60" fmla="*/ 12810 w 15546"/>
                <a:gd name="T61" fmla="*/ 1356 h 11294"/>
                <a:gd name="T62" fmla="*/ 13640 w 15546"/>
                <a:gd name="T63" fmla="*/ 2579 h 11294"/>
                <a:gd name="T64" fmla="*/ 14167 w 15546"/>
                <a:gd name="T65" fmla="*/ 3922 h 11294"/>
                <a:gd name="T66" fmla="*/ 14387 w 15546"/>
                <a:gd name="T67" fmla="*/ 5331 h 11294"/>
                <a:gd name="T68" fmla="*/ 14301 w 15546"/>
                <a:gd name="T69" fmla="*/ 6751 h 11294"/>
                <a:gd name="T70" fmla="*/ 13912 w 15546"/>
                <a:gd name="T71" fmla="*/ 8130 h 11294"/>
                <a:gd name="T72" fmla="*/ 13217 w 15546"/>
                <a:gd name="T73" fmla="*/ 9413 h 11294"/>
                <a:gd name="T74" fmla="*/ 12407 w 15546"/>
                <a:gd name="T75" fmla="*/ 10377 h 11294"/>
                <a:gd name="T76" fmla="*/ 12313 w 15546"/>
                <a:gd name="T77" fmla="*/ 10856 h 11294"/>
                <a:gd name="T78" fmla="*/ 12605 w 15546"/>
                <a:gd name="T79" fmla="*/ 11229 h 11294"/>
                <a:gd name="T80" fmla="*/ 13063 w 15546"/>
                <a:gd name="T81" fmla="*/ 11263 h 11294"/>
                <a:gd name="T82" fmla="*/ 13811 w 15546"/>
                <a:gd name="T83" fmla="*/ 10537 h 11294"/>
                <a:gd name="T84" fmla="*/ 14747 w 15546"/>
                <a:gd name="T85" fmla="*/ 9082 h 11294"/>
                <a:gd name="T86" fmla="*/ 15325 w 15546"/>
                <a:gd name="T87" fmla="*/ 7493 h 11294"/>
                <a:gd name="T88" fmla="*/ 15544 w 15546"/>
                <a:gd name="T89" fmla="*/ 5833 h 11294"/>
                <a:gd name="T90" fmla="*/ 15404 w 15546"/>
                <a:gd name="T91" fmla="*/ 4166 h 11294"/>
                <a:gd name="T92" fmla="*/ 14906 w 15546"/>
                <a:gd name="T93" fmla="*/ 2557 h 11294"/>
                <a:gd name="T94" fmla="*/ 14049 w 15546"/>
                <a:gd name="T95" fmla="*/ 1065 h 11294"/>
                <a:gd name="T96" fmla="*/ 9929 w 15546"/>
                <a:gd name="T97" fmla="*/ 3396 h 11294"/>
                <a:gd name="T98" fmla="*/ 9450 w 15546"/>
                <a:gd name="T99" fmla="*/ 3301 h 11294"/>
                <a:gd name="T100" fmla="*/ 9078 w 15546"/>
                <a:gd name="T101" fmla="*/ 3592 h 11294"/>
                <a:gd name="T102" fmla="*/ 9054 w 15546"/>
                <a:gd name="T103" fmla="*/ 4077 h 11294"/>
                <a:gd name="T104" fmla="*/ 9452 w 15546"/>
                <a:gd name="T105" fmla="*/ 4606 h 11294"/>
                <a:gd name="T106" fmla="*/ 9738 w 15546"/>
                <a:gd name="T107" fmla="*/ 5407 h 11294"/>
                <a:gd name="T108" fmla="*/ 9668 w 15546"/>
                <a:gd name="T109" fmla="*/ 6216 h 11294"/>
                <a:gd name="T110" fmla="*/ 9248 w 15546"/>
                <a:gd name="T111" fmla="*/ 6956 h 11294"/>
                <a:gd name="T112" fmla="*/ 9012 w 15546"/>
                <a:gd name="T113" fmla="*/ 7406 h 11294"/>
                <a:gd name="T114" fmla="*/ 9181 w 15546"/>
                <a:gd name="T115" fmla="*/ 7842 h 11294"/>
                <a:gd name="T116" fmla="*/ 9615 w 15546"/>
                <a:gd name="T117" fmla="*/ 8009 h 11294"/>
                <a:gd name="T118" fmla="*/ 10103 w 15546"/>
                <a:gd name="T119" fmla="*/ 7730 h 11294"/>
                <a:gd name="T120" fmla="*/ 10771 w 15546"/>
                <a:gd name="T121" fmla="*/ 6551 h 11294"/>
                <a:gd name="T122" fmla="*/ 10881 w 15546"/>
                <a:gd name="T123" fmla="*/ 5263 h 11294"/>
                <a:gd name="T124" fmla="*/ 10426 w 15546"/>
                <a:gd name="T125" fmla="*/ 3990 h 11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546" h="11294">
                  <a:moveTo>
                    <a:pt x="7791" y="658"/>
                  </a:moveTo>
                  <a:lnTo>
                    <a:pt x="7791" y="10667"/>
                  </a:lnTo>
                  <a:lnTo>
                    <a:pt x="7791" y="10667"/>
                  </a:lnTo>
                  <a:lnTo>
                    <a:pt x="7789" y="10691"/>
                  </a:lnTo>
                  <a:lnTo>
                    <a:pt x="7788" y="10714"/>
                  </a:lnTo>
                  <a:lnTo>
                    <a:pt x="7786" y="10735"/>
                  </a:lnTo>
                  <a:lnTo>
                    <a:pt x="7782" y="10755"/>
                  </a:lnTo>
                  <a:lnTo>
                    <a:pt x="7778" y="10775"/>
                  </a:lnTo>
                  <a:lnTo>
                    <a:pt x="7773" y="10793"/>
                  </a:lnTo>
                  <a:lnTo>
                    <a:pt x="7767" y="10811"/>
                  </a:lnTo>
                  <a:lnTo>
                    <a:pt x="7759" y="10827"/>
                  </a:lnTo>
                  <a:lnTo>
                    <a:pt x="7752" y="10843"/>
                  </a:lnTo>
                  <a:lnTo>
                    <a:pt x="7743" y="10857"/>
                  </a:lnTo>
                  <a:lnTo>
                    <a:pt x="7734" y="10871"/>
                  </a:lnTo>
                  <a:lnTo>
                    <a:pt x="7724" y="10882"/>
                  </a:lnTo>
                  <a:lnTo>
                    <a:pt x="7713" y="10894"/>
                  </a:lnTo>
                  <a:lnTo>
                    <a:pt x="7701" y="10904"/>
                  </a:lnTo>
                  <a:lnTo>
                    <a:pt x="7690" y="10913"/>
                  </a:lnTo>
                  <a:lnTo>
                    <a:pt x="7677" y="10920"/>
                  </a:lnTo>
                  <a:lnTo>
                    <a:pt x="7663" y="10926"/>
                  </a:lnTo>
                  <a:lnTo>
                    <a:pt x="7650" y="10931"/>
                  </a:lnTo>
                  <a:lnTo>
                    <a:pt x="7634" y="10935"/>
                  </a:lnTo>
                  <a:lnTo>
                    <a:pt x="7619" y="10938"/>
                  </a:lnTo>
                  <a:lnTo>
                    <a:pt x="7604" y="10939"/>
                  </a:lnTo>
                  <a:lnTo>
                    <a:pt x="7588" y="10940"/>
                  </a:lnTo>
                  <a:lnTo>
                    <a:pt x="7572" y="10939"/>
                  </a:lnTo>
                  <a:lnTo>
                    <a:pt x="7554" y="10937"/>
                  </a:lnTo>
                  <a:lnTo>
                    <a:pt x="7536" y="10933"/>
                  </a:lnTo>
                  <a:lnTo>
                    <a:pt x="7519" y="10928"/>
                  </a:lnTo>
                  <a:lnTo>
                    <a:pt x="7500" y="10921"/>
                  </a:lnTo>
                  <a:lnTo>
                    <a:pt x="7482" y="10915"/>
                  </a:lnTo>
                  <a:lnTo>
                    <a:pt x="7463" y="10906"/>
                  </a:lnTo>
                  <a:lnTo>
                    <a:pt x="7443" y="10896"/>
                  </a:lnTo>
                  <a:lnTo>
                    <a:pt x="7424" y="10884"/>
                  </a:lnTo>
                  <a:lnTo>
                    <a:pt x="7404" y="10871"/>
                  </a:lnTo>
                  <a:lnTo>
                    <a:pt x="4280" y="8743"/>
                  </a:lnTo>
                  <a:lnTo>
                    <a:pt x="3151" y="7975"/>
                  </a:lnTo>
                  <a:lnTo>
                    <a:pt x="3151" y="7508"/>
                  </a:lnTo>
                  <a:lnTo>
                    <a:pt x="3151" y="3811"/>
                  </a:lnTo>
                  <a:lnTo>
                    <a:pt x="3151" y="3344"/>
                  </a:lnTo>
                  <a:lnTo>
                    <a:pt x="3537" y="3082"/>
                  </a:lnTo>
                  <a:lnTo>
                    <a:pt x="3537" y="3082"/>
                  </a:lnTo>
                  <a:lnTo>
                    <a:pt x="3537" y="3082"/>
                  </a:lnTo>
                  <a:lnTo>
                    <a:pt x="7404" y="454"/>
                  </a:lnTo>
                  <a:lnTo>
                    <a:pt x="7404" y="454"/>
                  </a:lnTo>
                  <a:lnTo>
                    <a:pt x="7424" y="442"/>
                  </a:lnTo>
                  <a:lnTo>
                    <a:pt x="7443" y="431"/>
                  </a:lnTo>
                  <a:lnTo>
                    <a:pt x="7462" y="420"/>
                  </a:lnTo>
                  <a:lnTo>
                    <a:pt x="7481" y="412"/>
                  </a:lnTo>
                  <a:lnTo>
                    <a:pt x="7500" y="404"/>
                  </a:lnTo>
                  <a:lnTo>
                    <a:pt x="7519" y="398"/>
                  </a:lnTo>
                  <a:lnTo>
                    <a:pt x="7536" y="393"/>
                  </a:lnTo>
                  <a:lnTo>
                    <a:pt x="7554" y="389"/>
                  </a:lnTo>
                  <a:lnTo>
                    <a:pt x="7570" y="388"/>
                  </a:lnTo>
                  <a:lnTo>
                    <a:pt x="7588" y="386"/>
                  </a:lnTo>
                  <a:lnTo>
                    <a:pt x="7604" y="386"/>
                  </a:lnTo>
                  <a:lnTo>
                    <a:pt x="7619" y="388"/>
                  </a:lnTo>
                  <a:lnTo>
                    <a:pt x="7634" y="390"/>
                  </a:lnTo>
                  <a:lnTo>
                    <a:pt x="7650" y="395"/>
                  </a:lnTo>
                  <a:lnTo>
                    <a:pt x="7663" y="400"/>
                  </a:lnTo>
                  <a:lnTo>
                    <a:pt x="7676" y="407"/>
                  </a:lnTo>
                  <a:lnTo>
                    <a:pt x="7690" y="414"/>
                  </a:lnTo>
                  <a:lnTo>
                    <a:pt x="7701" y="423"/>
                  </a:lnTo>
                  <a:lnTo>
                    <a:pt x="7713" y="432"/>
                  </a:lnTo>
                  <a:lnTo>
                    <a:pt x="7724" y="443"/>
                  </a:lnTo>
                  <a:lnTo>
                    <a:pt x="7734" y="456"/>
                  </a:lnTo>
                  <a:lnTo>
                    <a:pt x="7743" y="468"/>
                  </a:lnTo>
                  <a:lnTo>
                    <a:pt x="7752" y="483"/>
                  </a:lnTo>
                  <a:lnTo>
                    <a:pt x="7759" y="499"/>
                  </a:lnTo>
                  <a:lnTo>
                    <a:pt x="7767" y="515"/>
                  </a:lnTo>
                  <a:lnTo>
                    <a:pt x="7773" y="533"/>
                  </a:lnTo>
                  <a:lnTo>
                    <a:pt x="7778" y="551"/>
                  </a:lnTo>
                  <a:lnTo>
                    <a:pt x="7782" y="570"/>
                  </a:lnTo>
                  <a:lnTo>
                    <a:pt x="7786" y="592"/>
                  </a:lnTo>
                  <a:lnTo>
                    <a:pt x="7788" y="613"/>
                  </a:lnTo>
                  <a:lnTo>
                    <a:pt x="7789" y="636"/>
                  </a:lnTo>
                  <a:lnTo>
                    <a:pt x="7791" y="658"/>
                  </a:lnTo>
                  <a:lnTo>
                    <a:pt x="7791" y="658"/>
                  </a:lnTo>
                  <a:close/>
                  <a:moveTo>
                    <a:pt x="1568" y="3344"/>
                  </a:moveTo>
                  <a:lnTo>
                    <a:pt x="624" y="3344"/>
                  </a:lnTo>
                  <a:lnTo>
                    <a:pt x="624" y="3344"/>
                  </a:lnTo>
                  <a:lnTo>
                    <a:pt x="592" y="3345"/>
                  </a:lnTo>
                  <a:lnTo>
                    <a:pt x="561" y="3348"/>
                  </a:lnTo>
                  <a:lnTo>
                    <a:pt x="529" y="3352"/>
                  </a:lnTo>
                  <a:lnTo>
                    <a:pt x="499" y="3358"/>
                  </a:lnTo>
                  <a:lnTo>
                    <a:pt x="469" y="3364"/>
                  </a:lnTo>
                  <a:lnTo>
                    <a:pt x="439" y="3373"/>
                  </a:lnTo>
                  <a:lnTo>
                    <a:pt x="410" y="3383"/>
                  </a:lnTo>
                  <a:lnTo>
                    <a:pt x="382" y="3394"/>
                  </a:lnTo>
                  <a:lnTo>
                    <a:pt x="354" y="3406"/>
                  </a:lnTo>
                  <a:lnTo>
                    <a:pt x="328" y="3420"/>
                  </a:lnTo>
                  <a:lnTo>
                    <a:pt x="301" y="3435"/>
                  </a:lnTo>
                  <a:lnTo>
                    <a:pt x="276" y="3451"/>
                  </a:lnTo>
                  <a:lnTo>
                    <a:pt x="251" y="3469"/>
                  </a:lnTo>
                  <a:lnTo>
                    <a:pt x="228" y="3488"/>
                  </a:lnTo>
                  <a:lnTo>
                    <a:pt x="206" y="3507"/>
                  </a:lnTo>
                  <a:lnTo>
                    <a:pt x="184" y="3528"/>
                  </a:lnTo>
                  <a:lnTo>
                    <a:pt x="163" y="3549"/>
                  </a:lnTo>
                  <a:lnTo>
                    <a:pt x="144" y="3572"/>
                  </a:lnTo>
                  <a:lnTo>
                    <a:pt x="125" y="3596"/>
                  </a:lnTo>
                  <a:lnTo>
                    <a:pt x="108" y="3620"/>
                  </a:lnTo>
                  <a:lnTo>
                    <a:pt x="91" y="3645"/>
                  </a:lnTo>
                  <a:lnTo>
                    <a:pt x="76" y="3671"/>
                  </a:lnTo>
                  <a:lnTo>
                    <a:pt x="62" y="3698"/>
                  </a:lnTo>
                  <a:lnTo>
                    <a:pt x="50" y="3726"/>
                  </a:lnTo>
                  <a:lnTo>
                    <a:pt x="38" y="3755"/>
                  </a:lnTo>
                  <a:lnTo>
                    <a:pt x="29" y="3782"/>
                  </a:lnTo>
                  <a:lnTo>
                    <a:pt x="21" y="3812"/>
                  </a:lnTo>
                  <a:lnTo>
                    <a:pt x="13" y="3843"/>
                  </a:lnTo>
                  <a:lnTo>
                    <a:pt x="8" y="3873"/>
                  </a:lnTo>
                  <a:lnTo>
                    <a:pt x="4" y="3904"/>
                  </a:lnTo>
                  <a:lnTo>
                    <a:pt x="2" y="3936"/>
                  </a:lnTo>
                  <a:lnTo>
                    <a:pt x="0" y="3967"/>
                  </a:lnTo>
                  <a:lnTo>
                    <a:pt x="0" y="7352"/>
                  </a:lnTo>
                  <a:lnTo>
                    <a:pt x="0" y="7352"/>
                  </a:lnTo>
                  <a:lnTo>
                    <a:pt x="2" y="7385"/>
                  </a:lnTo>
                  <a:lnTo>
                    <a:pt x="4" y="7416"/>
                  </a:lnTo>
                  <a:lnTo>
                    <a:pt x="8" y="7446"/>
                  </a:lnTo>
                  <a:lnTo>
                    <a:pt x="13" y="7478"/>
                  </a:lnTo>
                  <a:lnTo>
                    <a:pt x="21" y="7507"/>
                  </a:lnTo>
                  <a:lnTo>
                    <a:pt x="29" y="7537"/>
                  </a:lnTo>
                  <a:lnTo>
                    <a:pt x="38" y="7566"/>
                  </a:lnTo>
                  <a:lnTo>
                    <a:pt x="50" y="7594"/>
                  </a:lnTo>
                  <a:lnTo>
                    <a:pt x="62" y="7621"/>
                  </a:lnTo>
                  <a:lnTo>
                    <a:pt x="76" y="7649"/>
                  </a:lnTo>
                  <a:lnTo>
                    <a:pt x="91" y="7674"/>
                  </a:lnTo>
                  <a:lnTo>
                    <a:pt x="108" y="7699"/>
                  </a:lnTo>
                  <a:lnTo>
                    <a:pt x="125" y="7725"/>
                  </a:lnTo>
                  <a:lnTo>
                    <a:pt x="144" y="7747"/>
                  </a:lnTo>
                  <a:lnTo>
                    <a:pt x="163" y="7770"/>
                  </a:lnTo>
                  <a:lnTo>
                    <a:pt x="184" y="7793"/>
                  </a:lnTo>
                  <a:lnTo>
                    <a:pt x="206" y="7813"/>
                  </a:lnTo>
                  <a:lnTo>
                    <a:pt x="228" y="7833"/>
                  </a:lnTo>
                  <a:lnTo>
                    <a:pt x="251" y="7850"/>
                  </a:lnTo>
                  <a:lnTo>
                    <a:pt x="276" y="7868"/>
                  </a:lnTo>
                  <a:lnTo>
                    <a:pt x="301" y="7884"/>
                  </a:lnTo>
                  <a:lnTo>
                    <a:pt x="328" y="7900"/>
                  </a:lnTo>
                  <a:lnTo>
                    <a:pt x="354" y="7913"/>
                  </a:lnTo>
                  <a:lnTo>
                    <a:pt x="382" y="7926"/>
                  </a:lnTo>
                  <a:lnTo>
                    <a:pt x="410" y="7937"/>
                  </a:lnTo>
                  <a:lnTo>
                    <a:pt x="439" y="7947"/>
                  </a:lnTo>
                  <a:lnTo>
                    <a:pt x="469" y="7955"/>
                  </a:lnTo>
                  <a:lnTo>
                    <a:pt x="499" y="7962"/>
                  </a:lnTo>
                  <a:lnTo>
                    <a:pt x="529" y="7968"/>
                  </a:lnTo>
                  <a:lnTo>
                    <a:pt x="561" y="7971"/>
                  </a:lnTo>
                  <a:lnTo>
                    <a:pt x="592" y="7974"/>
                  </a:lnTo>
                  <a:lnTo>
                    <a:pt x="624" y="7975"/>
                  </a:lnTo>
                  <a:lnTo>
                    <a:pt x="1568" y="7975"/>
                  </a:lnTo>
                  <a:lnTo>
                    <a:pt x="1689" y="7975"/>
                  </a:lnTo>
                  <a:lnTo>
                    <a:pt x="2193" y="7975"/>
                  </a:lnTo>
                  <a:lnTo>
                    <a:pt x="2193" y="3344"/>
                  </a:lnTo>
                  <a:lnTo>
                    <a:pt x="1689" y="3344"/>
                  </a:lnTo>
                  <a:lnTo>
                    <a:pt x="1568" y="3344"/>
                  </a:lnTo>
                  <a:close/>
                  <a:moveTo>
                    <a:pt x="11604" y="1846"/>
                  </a:moveTo>
                  <a:lnTo>
                    <a:pt x="11604" y="1846"/>
                  </a:lnTo>
                  <a:lnTo>
                    <a:pt x="11582" y="1826"/>
                  </a:lnTo>
                  <a:lnTo>
                    <a:pt x="11560" y="1805"/>
                  </a:lnTo>
                  <a:lnTo>
                    <a:pt x="11537" y="1788"/>
                  </a:lnTo>
                  <a:lnTo>
                    <a:pt x="11513" y="1771"/>
                  </a:lnTo>
                  <a:lnTo>
                    <a:pt x="11489" y="1756"/>
                  </a:lnTo>
                  <a:lnTo>
                    <a:pt x="11464" y="1743"/>
                  </a:lnTo>
                  <a:lnTo>
                    <a:pt x="11439" y="1730"/>
                  </a:lnTo>
                  <a:lnTo>
                    <a:pt x="11412" y="1719"/>
                  </a:lnTo>
                  <a:lnTo>
                    <a:pt x="11386" y="1709"/>
                  </a:lnTo>
                  <a:lnTo>
                    <a:pt x="11360" y="1701"/>
                  </a:lnTo>
                  <a:lnTo>
                    <a:pt x="11333" y="1693"/>
                  </a:lnTo>
                  <a:lnTo>
                    <a:pt x="11305" y="1687"/>
                  </a:lnTo>
                  <a:lnTo>
                    <a:pt x="11279" y="1682"/>
                  </a:lnTo>
                  <a:lnTo>
                    <a:pt x="11251" y="1680"/>
                  </a:lnTo>
                  <a:lnTo>
                    <a:pt x="11224" y="1677"/>
                  </a:lnTo>
                  <a:lnTo>
                    <a:pt x="11196" y="1677"/>
                  </a:lnTo>
                  <a:lnTo>
                    <a:pt x="11168" y="1677"/>
                  </a:lnTo>
                  <a:lnTo>
                    <a:pt x="11140" y="1680"/>
                  </a:lnTo>
                  <a:lnTo>
                    <a:pt x="11113" y="1682"/>
                  </a:lnTo>
                  <a:lnTo>
                    <a:pt x="11086" y="1687"/>
                  </a:lnTo>
                  <a:lnTo>
                    <a:pt x="11059" y="1693"/>
                  </a:lnTo>
                  <a:lnTo>
                    <a:pt x="11032" y="1701"/>
                  </a:lnTo>
                  <a:lnTo>
                    <a:pt x="11006" y="1709"/>
                  </a:lnTo>
                  <a:lnTo>
                    <a:pt x="10979" y="1719"/>
                  </a:lnTo>
                  <a:lnTo>
                    <a:pt x="10953" y="1730"/>
                  </a:lnTo>
                  <a:lnTo>
                    <a:pt x="10928" y="1743"/>
                  </a:lnTo>
                  <a:lnTo>
                    <a:pt x="10904" y="1756"/>
                  </a:lnTo>
                  <a:lnTo>
                    <a:pt x="10878" y="1771"/>
                  </a:lnTo>
                  <a:lnTo>
                    <a:pt x="10856" y="1788"/>
                  </a:lnTo>
                  <a:lnTo>
                    <a:pt x="10832" y="1805"/>
                  </a:lnTo>
                  <a:lnTo>
                    <a:pt x="10810" y="1826"/>
                  </a:lnTo>
                  <a:lnTo>
                    <a:pt x="10789" y="1846"/>
                  </a:lnTo>
                  <a:lnTo>
                    <a:pt x="10789" y="1846"/>
                  </a:lnTo>
                  <a:lnTo>
                    <a:pt x="10768" y="1867"/>
                  </a:lnTo>
                  <a:lnTo>
                    <a:pt x="10749" y="1890"/>
                  </a:lnTo>
                  <a:lnTo>
                    <a:pt x="10731" y="1912"/>
                  </a:lnTo>
                  <a:lnTo>
                    <a:pt x="10715" y="1936"/>
                  </a:lnTo>
                  <a:lnTo>
                    <a:pt x="10700" y="1960"/>
                  </a:lnTo>
                  <a:lnTo>
                    <a:pt x="10686" y="1986"/>
                  </a:lnTo>
                  <a:lnTo>
                    <a:pt x="10673" y="2011"/>
                  </a:lnTo>
                  <a:lnTo>
                    <a:pt x="10662" y="2036"/>
                  </a:lnTo>
                  <a:lnTo>
                    <a:pt x="10652" y="2062"/>
                  </a:lnTo>
                  <a:lnTo>
                    <a:pt x="10643" y="2089"/>
                  </a:lnTo>
                  <a:lnTo>
                    <a:pt x="10637" y="2115"/>
                  </a:lnTo>
                  <a:lnTo>
                    <a:pt x="10630" y="2143"/>
                  </a:lnTo>
                  <a:lnTo>
                    <a:pt x="10625" y="2171"/>
                  </a:lnTo>
                  <a:lnTo>
                    <a:pt x="10623" y="2198"/>
                  </a:lnTo>
                  <a:lnTo>
                    <a:pt x="10620" y="2225"/>
                  </a:lnTo>
                  <a:lnTo>
                    <a:pt x="10619" y="2252"/>
                  </a:lnTo>
                  <a:lnTo>
                    <a:pt x="10620" y="2280"/>
                  </a:lnTo>
                  <a:lnTo>
                    <a:pt x="10623" y="2308"/>
                  </a:lnTo>
                  <a:lnTo>
                    <a:pt x="10625" y="2336"/>
                  </a:lnTo>
                  <a:lnTo>
                    <a:pt x="10630" y="2363"/>
                  </a:lnTo>
                  <a:lnTo>
                    <a:pt x="10637" y="2390"/>
                  </a:lnTo>
                  <a:lnTo>
                    <a:pt x="10643" y="2417"/>
                  </a:lnTo>
                  <a:lnTo>
                    <a:pt x="10652" y="2444"/>
                  </a:lnTo>
                  <a:lnTo>
                    <a:pt x="10662" y="2470"/>
                  </a:lnTo>
                  <a:lnTo>
                    <a:pt x="10673" y="2495"/>
                  </a:lnTo>
                  <a:lnTo>
                    <a:pt x="10686" y="2521"/>
                  </a:lnTo>
                  <a:lnTo>
                    <a:pt x="10700" y="2546"/>
                  </a:lnTo>
                  <a:lnTo>
                    <a:pt x="10715" y="2570"/>
                  </a:lnTo>
                  <a:lnTo>
                    <a:pt x="10731" y="2594"/>
                  </a:lnTo>
                  <a:lnTo>
                    <a:pt x="10749" y="2616"/>
                  </a:lnTo>
                  <a:lnTo>
                    <a:pt x="10768" y="2639"/>
                  </a:lnTo>
                  <a:lnTo>
                    <a:pt x="10789" y="2660"/>
                  </a:lnTo>
                  <a:lnTo>
                    <a:pt x="10789" y="2660"/>
                  </a:lnTo>
                  <a:lnTo>
                    <a:pt x="10862" y="2736"/>
                  </a:lnTo>
                  <a:lnTo>
                    <a:pt x="10934" y="2813"/>
                  </a:lnTo>
                  <a:lnTo>
                    <a:pt x="11003" y="2892"/>
                  </a:lnTo>
                  <a:lnTo>
                    <a:pt x="11071" y="2971"/>
                  </a:lnTo>
                  <a:lnTo>
                    <a:pt x="11137" y="3053"/>
                  </a:lnTo>
                  <a:lnTo>
                    <a:pt x="11200" y="3135"/>
                  </a:lnTo>
                  <a:lnTo>
                    <a:pt x="11260" y="3219"/>
                  </a:lnTo>
                  <a:lnTo>
                    <a:pt x="11318" y="3305"/>
                  </a:lnTo>
                  <a:lnTo>
                    <a:pt x="11375" y="3392"/>
                  </a:lnTo>
                  <a:lnTo>
                    <a:pt x="11429" y="3479"/>
                  </a:lnTo>
                  <a:lnTo>
                    <a:pt x="11482" y="3568"/>
                  </a:lnTo>
                  <a:lnTo>
                    <a:pt x="11531" y="3659"/>
                  </a:lnTo>
                  <a:lnTo>
                    <a:pt x="11579" y="3750"/>
                  </a:lnTo>
                  <a:lnTo>
                    <a:pt x="11623" y="3843"/>
                  </a:lnTo>
                  <a:lnTo>
                    <a:pt x="11666" y="3936"/>
                  </a:lnTo>
                  <a:lnTo>
                    <a:pt x="11707" y="4030"/>
                  </a:lnTo>
                  <a:lnTo>
                    <a:pt x="11745" y="4125"/>
                  </a:lnTo>
                  <a:lnTo>
                    <a:pt x="11780" y="4222"/>
                  </a:lnTo>
                  <a:lnTo>
                    <a:pt x="11814" y="4319"/>
                  </a:lnTo>
                  <a:lnTo>
                    <a:pt x="11844" y="4417"/>
                  </a:lnTo>
                  <a:lnTo>
                    <a:pt x="11873" y="4516"/>
                  </a:lnTo>
                  <a:lnTo>
                    <a:pt x="11900" y="4616"/>
                  </a:lnTo>
                  <a:lnTo>
                    <a:pt x="11924" y="4715"/>
                  </a:lnTo>
                  <a:lnTo>
                    <a:pt x="11945" y="4817"/>
                  </a:lnTo>
                  <a:lnTo>
                    <a:pt x="11964" y="4919"/>
                  </a:lnTo>
                  <a:lnTo>
                    <a:pt x="11980" y="5021"/>
                  </a:lnTo>
                  <a:lnTo>
                    <a:pt x="11994" y="5124"/>
                  </a:lnTo>
                  <a:lnTo>
                    <a:pt x="12006" y="5228"/>
                  </a:lnTo>
                  <a:lnTo>
                    <a:pt x="12014" y="5332"/>
                  </a:lnTo>
                  <a:lnTo>
                    <a:pt x="12021" y="5437"/>
                  </a:lnTo>
                  <a:lnTo>
                    <a:pt x="12024" y="5542"/>
                  </a:lnTo>
                  <a:lnTo>
                    <a:pt x="12026" y="5647"/>
                  </a:lnTo>
                  <a:lnTo>
                    <a:pt x="12026" y="5647"/>
                  </a:lnTo>
                  <a:lnTo>
                    <a:pt x="12024" y="5753"/>
                  </a:lnTo>
                  <a:lnTo>
                    <a:pt x="12021" y="5859"/>
                  </a:lnTo>
                  <a:lnTo>
                    <a:pt x="12014" y="5963"/>
                  </a:lnTo>
                  <a:lnTo>
                    <a:pt x="12006" y="6068"/>
                  </a:lnTo>
                  <a:lnTo>
                    <a:pt x="11994" y="6171"/>
                  </a:lnTo>
                  <a:lnTo>
                    <a:pt x="11980" y="6274"/>
                  </a:lnTo>
                  <a:lnTo>
                    <a:pt x="11964" y="6376"/>
                  </a:lnTo>
                  <a:lnTo>
                    <a:pt x="11945" y="6478"/>
                  </a:lnTo>
                  <a:lnTo>
                    <a:pt x="11924" y="6579"/>
                  </a:lnTo>
                  <a:lnTo>
                    <a:pt x="11900" y="6679"/>
                  </a:lnTo>
                  <a:lnTo>
                    <a:pt x="11873" y="6779"/>
                  </a:lnTo>
                  <a:lnTo>
                    <a:pt x="11844" y="6878"/>
                  </a:lnTo>
                  <a:lnTo>
                    <a:pt x="11814" y="6977"/>
                  </a:lnTo>
                  <a:lnTo>
                    <a:pt x="11780" y="7074"/>
                  </a:lnTo>
                  <a:lnTo>
                    <a:pt x="11745" y="7169"/>
                  </a:lnTo>
                  <a:lnTo>
                    <a:pt x="11707" y="7265"/>
                  </a:lnTo>
                  <a:lnTo>
                    <a:pt x="11666" y="7359"/>
                  </a:lnTo>
                  <a:lnTo>
                    <a:pt x="11623" y="7453"/>
                  </a:lnTo>
                  <a:lnTo>
                    <a:pt x="11579" y="7544"/>
                  </a:lnTo>
                  <a:lnTo>
                    <a:pt x="11531" y="7636"/>
                  </a:lnTo>
                  <a:lnTo>
                    <a:pt x="11482" y="7726"/>
                  </a:lnTo>
                  <a:lnTo>
                    <a:pt x="11429" y="7815"/>
                  </a:lnTo>
                  <a:lnTo>
                    <a:pt x="11375" y="7903"/>
                  </a:lnTo>
                  <a:lnTo>
                    <a:pt x="11318" y="7990"/>
                  </a:lnTo>
                  <a:lnTo>
                    <a:pt x="11260" y="8075"/>
                  </a:lnTo>
                  <a:lnTo>
                    <a:pt x="11200" y="8159"/>
                  </a:lnTo>
                  <a:lnTo>
                    <a:pt x="11137" y="8242"/>
                  </a:lnTo>
                  <a:lnTo>
                    <a:pt x="11071" y="8324"/>
                  </a:lnTo>
                  <a:lnTo>
                    <a:pt x="11003" y="8403"/>
                  </a:lnTo>
                  <a:lnTo>
                    <a:pt x="10934" y="8481"/>
                  </a:lnTo>
                  <a:lnTo>
                    <a:pt x="10862" y="8559"/>
                  </a:lnTo>
                  <a:lnTo>
                    <a:pt x="10789" y="8635"/>
                  </a:lnTo>
                  <a:lnTo>
                    <a:pt x="10789" y="8635"/>
                  </a:lnTo>
                  <a:lnTo>
                    <a:pt x="10768" y="8656"/>
                  </a:lnTo>
                  <a:lnTo>
                    <a:pt x="10749" y="8678"/>
                  </a:lnTo>
                  <a:lnTo>
                    <a:pt x="10731" y="8702"/>
                  </a:lnTo>
                  <a:lnTo>
                    <a:pt x="10715" y="8724"/>
                  </a:lnTo>
                  <a:lnTo>
                    <a:pt x="10700" y="8749"/>
                  </a:lnTo>
                  <a:lnTo>
                    <a:pt x="10686" y="8773"/>
                  </a:lnTo>
                  <a:lnTo>
                    <a:pt x="10673" y="8800"/>
                  </a:lnTo>
                  <a:lnTo>
                    <a:pt x="10662" y="8825"/>
                  </a:lnTo>
                  <a:lnTo>
                    <a:pt x="10652" y="8851"/>
                  </a:lnTo>
                  <a:lnTo>
                    <a:pt x="10643" y="8878"/>
                  </a:lnTo>
                  <a:lnTo>
                    <a:pt x="10637" y="8904"/>
                  </a:lnTo>
                  <a:lnTo>
                    <a:pt x="10630" y="8932"/>
                  </a:lnTo>
                  <a:lnTo>
                    <a:pt x="10625" y="8960"/>
                  </a:lnTo>
                  <a:lnTo>
                    <a:pt x="10623" y="8986"/>
                  </a:lnTo>
                  <a:lnTo>
                    <a:pt x="10620" y="9014"/>
                  </a:lnTo>
                  <a:lnTo>
                    <a:pt x="10619" y="9042"/>
                  </a:lnTo>
                  <a:lnTo>
                    <a:pt x="10620" y="9069"/>
                  </a:lnTo>
                  <a:lnTo>
                    <a:pt x="10623" y="9097"/>
                  </a:lnTo>
                  <a:lnTo>
                    <a:pt x="10625" y="9125"/>
                  </a:lnTo>
                  <a:lnTo>
                    <a:pt x="10630" y="9152"/>
                  </a:lnTo>
                  <a:lnTo>
                    <a:pt x="10637" y="9179"/>
                  </a:lnTo>
                  <a:lnTo>
                    <a:pt x="10643" y="9205"/>
                  </a:lnTo>
                  <a:lnTo>
                    <a:pt x="10652" y="9233"/>
                  </a:lnTo>
                  <a:lnTo>
                    <a:pt x="10662" y="9258"/>
                  </a:lnTo>
                  <a:lnTo>
                    <a:pt x="10673" y="9285"/>
                  </a:lnTo>
                  <a:lnTo>
                    <a:pt x="10686" y="9310"/>
                  </a:lnTo>
                  <a:lnTo>
                    <a:pt x="10700" y="9335"/>
                  </a:lnTo>
                  <a:lnTo>
                    <a:pt x="10715" y="9359"/>
                  </a:lnTo>
                  <a:lnTo>
                    <a:pt x="10731" y="9383"/>
                  </a:lnTo>
                  <a:lnTo>
                    <a:pt x="10749" y="9405"/>
                  </a:lnTo>
                  <a:lnTo>
                    <a:pt x="10768" y="9428"/>
                  </a:lnTo>
                  <a:lnTo>
                    <a:pt x="10789" y="9450"/>
                  </a:lnTo>
                  <a:lnTo>
                    <a:pt x="10789" y="9450"/>
                  </a:lnTo>
                  <a:lnTo>
                    <a:pt x="10810" y="9470"/>
                  </a:lnTo>
                  <a:lnTo>
                    <a:pt x="10832" y="9489"/>
                  </a:lnTo>
                  <a:lnTo>
                    <a:pt x="10856" y="9506"/>
                  </a:lnTo>
                  <a:lnTo>
                    <a:pt x="10878" y="9523"/>
                  </a:lnTo>
                  <a:lnTo>
                    <a:pt x="10904" y="9538"/>
                  </a:lnTo>
                  <a:lnTo>
                    <a:pt x="10928" y="9551"/>
                  </a:lnTo>
                  <a:lnTo>
                    <a:pt x="10953" y="9564"/>
                  </a:lnTo>
                  <a:lnTo>
                    <a:pt x="10979" y="9575"/>
                  </a:lnTo>
                  <a:lnTo>
                    <a:pt x="11006" y="9585"/>
                  </a:lnTo>
                  <a:lnTo>
                    <a:pt x="11032" y="9594"/>
                  </a:lnTo>
                  <a:lnTo>
                    <a:pt x="11059" y="9602"/>
                  </a:lnTo>
                  <a:lnTo>
                    <a:pt x="11086" y="9607"/>
                  </a:lnTo>
                  <a:lnTo>
                    <a:pt x="11113" y="9612"/>
                  </a:lnTo>
                  <a:lnTo>
                    <a:pt x="11140" y="9616"/>
                  </a:lnTo>
                  <a:lnTo>
                    <a:pt x="11168" y="9617"/>
                  </a:lnTo>
                  <a:lnTo>
                    <a:pt x="11196" y="9618"/>
                  </a:lnTo>
                  <a:lnTo>
                    <a:pt x="11196" y="9618"/>
                  </a:lnTo>
                  <a:lnTo>
                    <a:pt x="11224" y="9617"/>
                  </a:lnTo>
                  <a:lnTo>
                    <a:pt x="11251" y="9616"/>
                  </a:lnTo>
                  <a:lnTo>
                    <a:pt x="11279" y="9612"/>
                  </a:lnTo>
                  <a:lnTo>
                    <a:pt x="11305" y="9607"/>
                  </a:lnTo>
                  <a:lnTo>
                    <a:pt x="11333" y="9602"/>
                  </a:lnTo>
                  <a:lnTo>
                    <a:pt x="11360" y="9594"/>
                  </a:lnTo>
                  <a:lnTo>
                    <a:pt x="11386" y="9585"/>
                  </a:lnTo>
                  <a:lnTo>
                    <a:pt x="11412" y="9575"/>
                  </a:lnTo>
                  <a:lnTo>
                    <a:pt x="11439" y="9564"/>
                  </a:lnTo>
                  <a:lnTo>
                    <a:pt x="11464" y="9551"/>
                  </a:lnTo>
                  <a:lnTo>
                    <a:pt x="11489" y="9538"/>
                  </a:lnTo>
                  <a:lnTo>
                    <a:pt x="11513" y="9523"/>
                  </a:lnTo>
                  <a:lnTo>
                    <a:pt x="11537" y="9506"/>
                  </a:lnTo>
                  <a:lnTo>
                    <a:pt x="11560" y="9489"/>
                  </a:lnTo>
                  <a:lnTo>
                    <a:pt x="11582" y="9470"/>
                  </a:lnTo>
                  <a:lnTo>
                    <a:pt x="11604" y="9450"/>
                  </a:lnTo>
                  <a:lnTo>
                    <a:pt x="11604" y="9450"/>
                  </a:lnTo>
                  <a:lnTo>
                    <a:pt x="11650" y="9402"/>
                  </a:lnTo>
                  <a:lnTo>
                    <a:pt x="11697" y="9353"/>
                  </a:lnTo>
                  <a:lnTo>
                    <a:pt x="11744" y="9305"/>
                  </a:lnTo>
                  <a:lnTo>
                    <a:pt x="11789" y="9254"/>
                  </a:lnTo>
                  <a:lnTo>
                    <a:pt x="11833" y="9205"/>
                  </a:lnTo>
                  <a:lnTo>
                    <a:pt x="11877" y="9155"/>
                  </a:lnTo>
                  <a:lnTo>
                    <a:pt x="11920" y="9105"/>
                  </a:lnTo>
                  <a:lnTo>
                    <a:pt x="11963" y="9053"/>
                  </a:lnTo>
                  <a:lnTo>
                    <a:pt x="12004" y="9001"/>
                  </a:lnTo>
                  <a:lnTo>
                    <a:pt x="12046" y="8950"/>
                  </a:lnTo>
                  <a:lnTo>
                    <a:pt x="12086" y="8897"/>
                  </a:lnTo>
                  <a:lnTo>
                    <a:pt x="12126" y="8844"/>
                  </a:lnTo>
                  <a:lnTo>
                    <a:pt x="12165" y="8791"/>
                  </a:lnTo>
                  <a:lnTo>
                    <a:pt x="12203" y="8737"/>
                  </a:lnTo>
                  <a:lnTo>
                    <a:pt x="12241" y="8683"/>
                  </a:lnTo>
                  <a:lnTo>
                    <a:pt x="12278" y="8629"/>
                  </a:lnTo>
                  <a:lnTo>
                    <a:pt x="12314" y="8574"/>
                  </a:lnTo>
                  <a:lnTo>
                    <a:pt x="12349" y="8519"/>
                  </a:lnTo>
                  <a:lnTo>
                    <a:pt x="12385" y="8462"/>
                  </a:lnTo>
                  <a:lnTo>
                    <a:pt x="12419" y="8407"/>
                  </a:lnTo>
                  <a:lnTo>
                    <a:pt x="12453" y="8350"/>
                  </a:lnTo>
                  <a:lnTo>
                    <a:pt x="12485" y="8294"/>
                  </a:lnTo>
                  <a:lnTo>
                    <a:pt x="12517" y="8236"/>
                  </a:lnTo>
                  <a:lnTo>
                    <a:pt x="12548" y="8179"/>
                  </a:lnTo>
                  <a:lnTo>
                    <a:pt x="12579" y="8121"/>
                  </a:lnTo>
                  <a:lnTo>
                    <a:pt x="12609" y="8062"/>
                  </a:lnTo>
                  <a:lnTo>
                    <a:pt x="12638" y="8004"/>
                  </a:lnTo>
                  <a:lnTo>
                    <a:pt x="12665" y="7945"/>
                  </a:lnTo>
                  <a:lnTo>
                    <a:pt x="12693" y="7886"/>
                  </a:lnTo>
                  <a:lnTo>
                    <a:pt x="12721" y="7827"/>
                  </a:lnTo>
                  <a:lnTo>
                    <a:pt x="12746" y="7766"/>
                  </a:lnTo>
                  <a:lnTo>
                    <a:pt x="12771" y="7706"/>
                  </a:lnTo>
                  <a:lnTo>
                    <a:pt x="12796" y="7645"/>
                  </a:lnTo>
                  <a:lnTo>
                    <a:pt x="12820" y="7585"/>
                  </a:lnTo>
                  <a:lnTo>
                    <a:pt x="12843" y="7523"/>
                  </a:lnTo>
                  <a:lnTo>
                    <a:pt x="12866" y="7463"/>
                  </a:lnTo>
                  <a:lnTo>
                    <a:pt x="12887" y="7401"/>
                  </a:lnTo>
                  <a:lnTo>
                    <a:pt x="12908" y="7338"/>
                  </a:lnTo>
                  <a:lnTo>
                    <a:pt x="12929" y="7276"/>
                  </a:lnTo>
                  <a:lnTo>
                    <a:pt x="12948" y="7213"/>
                  </a:lnTo>
                  <a:lnTo>
                    <a:pt x="12966" y="7150"/>
                  </a:lnTo>
                  <a:lnTo>
                    <a:pt x="12984" y="7087"/>
                  </a:lnTo>
                  <a:lnTo>
                    <a:pt x="13002" y="7024"/>
                  </a:lnTo>
                  <a:lnTo>
                    <a:pt x="13018" y="6962"/>
                  </a:lnTo>
                  <a:lnTo>
                    <a:pt x="13033" y="6897"/>
                  </a:lnTo>
                  <a:lnTo>
                    <a:pt x="13048" y="6833"/>
                  </a:lnTo>
                  <a:lnTo>
                    <a:pt x="13062" y="6769"/>
                  </a:lnTo>
                  <a:lnTo>
                    <a:pt x="13075" y="6705"/>
                  </a:lnTo>
                  <a:lnTo>
                    <a:pt x="13087" y="6640"/>
                  </a:lnTo>
                  <a:lnTo>
                    <a:pt x="13099" y="6575"/>
                  </a:lnTo>
                  <a:lnTo>
                    <a:pt x="13110" y="6509"/>
                  </a:lnTo>
                  <a:lnTo>
                    <a:pt x="13120" y="6444"/>
                  </a:lnTo>
                  <a:lnTo>
                    <a:pt x="13129" y="6379"/>
                  </a:lnTo>
                  <a:lnTo>
                    <a:pt x="13138" y="6313"/>
                  </a:lnTo>
                  <a:lnTo>
                    <a:pt x="13145" y="6248"/>
                  </a:lnTo>
                  <a:lnTo>
                    <a:pt x="13153" y="6182"/>
                  </a:lnTo>
                  <a:lnTo>
                    <a:pt x="13159" y="6115"/>
                  </a:lnTo>
                  <a:lnTo>
                    <a:pt x="13164" y="6049"/>
                  </a:lnTo>
                  <a:lnTo>
                    <a:pt x="13168" y="5982"/>
                  </a:lnTo>
                  <a:lnTo>
                    <a:pt x="13172" y="5915"/>
                  </a:lnTo>
                  <a:lnTo>
                    <a:pt x="13174" y="5848"/>
                  </a:lnTo>
                  <a:lnTo>
                    <a:pt x="13177" y="5782"/>
                  </a:lnTo>
                  <a:lnTo>
                    <a:pt x="13178" y="5715"/>
                  </a:lnTo>
                  <a:lnTo>
                    <a:pt x="13178" y="5647"/>
                  </a:lnTo>
                  <a:lnTo>
                    <a:pt x="13178" y="5647"/>
                  </a:lnTo>
                  <a:lnTo>
                    <a:pt x="13178" y="5580"/>
                  </a:lnTo>
                  <a:lnTo>
                    <a:pt x="13177" y="5514"/>
                  </a:lnTo>
                  <a:lnTo>
                    <a:pt x="13174" y="5446"/>
                  </a:lnTo>
                  <a:lnTo>
                    <a:pt x="13172" y="5379"/>
                  </a:lnTo>
                  <a:lnTo>
                    <a:pt x="13168" y="5312"/>
                  </a:lnTo>
                  <a:lnTo>
                    <a:pt x="13164" y="5247"/>
                  </a:lnTo>
                  <a:lnTo>
                    <a:pt x="13159" y="5180"/>
                  </a:lnTo>
                  <a:lnTo>
                    <a:pt x="13153" y="5113"/>
                  </a:lnTo>
                  <a:lnTo>
                    <a:pt x="13145" y="5048"/>
                  </a:lnTo>
                  <a:lnTo>
                    <a:pt x="13138" y="4981"/>
                  </a:lnTo>
                  <a:lnTo>
                    <a:pt x="13129" y="4915"/>
                  </a:lnTo>
                  <a:lnTo>
                    <a:pt x="13120" y="4850"/>
                  </a:lnTo>
                  <a:lnTo>
                    <a:pt x="13110" y="4785"/>
                  </a:lnTo>
                  <a:lnTo>
                    <a:pt x="13099" y="4720"/>
                  </a:lnTo>
                  <a:lnTo>
                    <a:pt x="13087" y="4655"/>
                  </a:lnTo>
                  <a:lnTo>
                    <a:pt x="13075" y="4591"/>
                  </a:lnTo>
                  <a:lnTo>
                    <a:pt x="13062" y="4526"/>
                  </a:lnTo>
                  <a:lnTo>
                    <a:pt x="13048" y="4462"/>
                  </a:lnTo>
                  <a:lnTo>
                    <a:pt x="13033" y="4398"/>
                  </a:lnTo>
                  <a:lnTo>
                    <a:pt x="13018" y="4334"/>
                  </a:lnTo>
                  <a:lnTo>
                    <a:pt x="13002" y="4271"/>
                  </a:lnTo>
                  <a:lnTo>
                    <a:pt x="12984" y="4207"/>
                  </a:lnTo>
                  <a:lnTo>
                    <a:pt x="12966" y="4144"/>
                  </a:lnTo>
                  <a:lnTo>
                    <a:pt x="12948" y="4081"/>
                  </a:lnTo>
                  <a:lnTo>
                    <a:pt x="12929" y="4019"/>
                  </a:lnTo>
                  <a:lnTo>
                    <a:pt x="12908" y="3956"/>
                  </a:lnTo>
                  <a:lnTo>
                    <a:pt x="12887" y="3894"/>
                  </a:lnTo>
                  <a:lnTo>
                    <a:pt x="12866" y="3833"/>
                  </a:lnTo>
                  <a:lnTo>
                    <a:pt x="12843" y="3771"/>
                  </a:lnTo>
                  <a:lnTo>
                    <a:pt x="12820" y="3710"/>
                  </a:lnTo>
                  <a:lnTo>
                    <a:pt x="12796" y="3649"/>
                  </a:lnTo>
                  <a:lnTo>
                    <a:pt x="12771" y="3588"/>
                  </a:lnTo>
                  <a:lnTo>
                    <a:pt x="12746" y="3529"/>
                  </a:lnTo>
                  <a:lnTo>
                    <a:pt x="12721" y="3469"/>
                  </a:lnTo>
                  <a:lnTo>
                    <a:pt x="12693" y="3410"/>
                  </a:lnTo>
                  <a:lnTo>
                    <a:pt x="12665" y="3350"/>
                  </a:lnTo>
                  <a:lnTo>
                    <a:pt x="12638" y="3291"/>
                  </a:lnTo>
                  <a:lnTo>
                    <a:pt x="12609" y="3232"/>
                  </a:lnTo>
                  <a:lnTo>
                    <a:pt x="12579" y="3174"/>
                  </a:lnTo>
                  <a:lnTo>
                    <a:pt x="12548" y="3116"/>
                  </a:lnTo>
                  <a:lnTo>
                    <a:pt x="12517" y="3058"/>
                  </a:lnTo>
                  <a:lnTo>
                    <a:pt x="12485" y="3002"/>
                  </a:lnTo>
                  <a:lnTo>
                    <a:pt x="12453" y="2945"/>
                  </a:lnTo>
                  <a:lnTo>
                    <a:pt x="12419" y="2888"/>
                  </a:lnTo>
                  <a:lnTo>
                    <a:pt x="12385" y="2832"/>
                  </a:lnTo>
                  <a:lnTo>
                    <a:pt x="12349" y="2776"/>
                  </a:lnTo>
                  <a:lnTo>
                    <a:pt x="12314" y="2721"/>
                  </a:lnTo>
                  <a:lnTo>
                    <a:pt x="12278" y="2667"/>
                  </a:lnTo>
                  <a:lnTo>
                    <a:pt x="12241" y="2611"/>
                  </a:lnTo>
                  <a:lnTo>
                    <a:pt x="12203" y="2557"/>
                  </a:lnTo>
                  <a:lnTo>
                    <a:pt x="12165" y="2504"/>
                  </a:lnTo>
                  <a:lnTo>
                    <a:pt x="12126" y="2450"/>
                  </a:lnTo>
                  <a:lnTo>
                    <a:pt x="12086" y="2397"/>
                  </a:lnTo>
                  <a:lnTo>
                    <a:pt x="12046" y="2346"/>
                  </a:lnTo>
                  <a:lnTo>
                    <a:pt x="12004" y="2293"/>
                  </a:lnTo>
                  <a:lnTo>
                    <a:pt x="11963" y="2241"/>
                  </a:lnTo>
                  <a:lnTo>
                    <a:pt x="11920" y="2191"/>
                  </a:lnTo>
                  <a:lnTo>
                    <a:pt x="11877" y="2140"/>
                  </a:lnTo>
                  <a:lnTo>
                    <a:pt x="11833" y="2090"/>
                  </a:lnTo>
                  <a:lnTo>
                    <a:pt x="11789" y="2040"/>
                  </a:lnTo>
                  <a:lnTo>
                    <a:pt x="11744" y="1991"/>
                  </a:lnTo>
                  <a:lnTo>
                    <a:pt x="11697" y="1941"/>
                  </a:lnTo>
                  <a:lnTo>
                    <a:pt x="11650" y="1894"/>
                  </a:lnTo>
                  <a:lnTo>
                    <a:pt x="11604" y="1846"/>
                  </a:lnTo>
                  <a:lnTo>
                    <a:pt x="11604" y="1846"/>
                  </a:lnTo>
                  <a:close/>
                  <a:moveTo>
                    <a:pt x="13280" y="169"/>
                  </a:moveTo>
                  <a:lnTo>
                    <a:pt x="13280" y="169"/>
                  </a:lnTo>
                  <a:lnTo>
                    <a:pt x="13259" y="148"/>
                  </a:lnTo>
                  <a:lnTo>
                    <a:pt x="13236" y="130"/>
                  </a:lnTo>
                  <a:lnTo>
                    <a:pt x="13213" y="112"/>
                  </a:lnTo>
                  <a:lnTo>
                    <a:pt x="13189" y="96"/>
                  </a:lnTo>
                  <a:lnTo>
                    <a:pt x="13165" y="80"/>
                  </a:lnTo>
                  <a:lnTo>
                    <a:pt x="13140" y="67"/>
                  </a:lnTo>
                  <a:lnTo>
                    <a:pt x="13115" y="54"/>
                  </a:lnTo>
                  <a:lnTo>
                    <a:pt x="13090" y="43"/>
                  </a:lnTo>
                  <a:lnTo>
                    <a:pt x="13063" y="33"/>
                  </a:lnTo>
                  <a:lnTo>
                    <a:pt x="13037" y="24"/>
                  </a:lnTo>
                  <a:lnTo>
                    <a:pt x="13009" y="18"/>
                  </a:lnTo>
                  <a:lnTo>
                    <a:pt x="12983" y="11"/>
                  </a:lnTo>
                  <a:lnTo>
                    <a:pt x="12955" y="6"/>
                  </a:lnTo>
                  <a:lnTo>
                    <a:pt x="12927" y="4"/>
                  </a:lnTo>
                  <a:lnTo>
                    <a:pt x="12900" y="1"/>
                  </a:lnTo>
                  <a:lnTo>
                    <a:pt x="12872" y="0"/>
                  </a:lnTo>
                  <a:lnTo>
                    <a:pt x="12844" y="1"/>
                  </a:lnTo>
                  <a:lnTo>
                    <a:pt x="12818" y="4"/>
                  </a:lnTo>
                  <a:lnTo>
                    <a:pt x="12790" y="6"/>
                  </a:lnTo>
                  <a:lnTo>
                    <a:pt x="12762" y="11"/>
                  </a:lnTo>
                  <a:lnTo>
                    <a:pt x="12735" y="18"/>
                  </a:lnTo>
                  <a:lnTo>
                    <a:pt x="12708" y="24"/>
                  </a:lnTo>
                  <a:lnTo>
                    <a:pt x="12682" y="33"/>
                  </a:lnTo>
                  <a:lnTo>
                    <a:pt x="12655" y="43"/>
                  </a:lnTo>
                  <a:lnTo>
                    <a:pt x="12630" y="54"/>
                  </a:lnTo>
                  <a:lnTo>
                    <a:pt x="12605" y="67"/>
                  </a:lnTo>
                  <a:lnTo>
                    <a:pt x="12580" y="80"/>
                  </a:lnTo>
                  <a:lnTo>
                    <a:pt x="12556" y="96"/>
                  </a:lnTo>
                  <a:lnTo>
                    <a:pt x="12532" y="112"/>
                  </a:lnTo>
                  <a:lnTo>
                    <a:pt x="12509" y="130"/>
                  </a:lnTo>
                  <a:lnTo>
                    <a:pt x="12487" y="148"/>
                  </a:lnTo>
                  <a:lnTo>
                    <a:pt x="12465" y="169"/>
                  </a:lnTo>
                  <a:lnTo>
                    <a:pt x="12465" y="169"/>
                  </a:lnTo>
                  <a:lnTo>
                    <a:pt x="12445" y="191"/>
                  </a:lnTo>
                  <a:lnTo>
                    <a:pt x="12425" y="213"/>
                  </a:lnTo>
                  <a:lnTo>
                    <a:pt x="12407" y="235"/>
                  </a:lnTo>
                  <a:lnTo>
                    <a:pt x="12391" y="259"/>
                  </a:lnTo>
                  <a:lnTo>
                    <a:pt x="12376" y="284"/>
                  </a:lnTo>
                  <a:lnTo>
                    <a:pt x="12362" y="308"/>
                  </a:lnTo>
                  <a:lnTo>
                    <a:pt x="12349" y="334"/>
                  </a:lnTo>
                  <a:lnTo>
                    <a:pt x="12338" y="360"/>
                  </a:lnTo>
                  <a:lnTo>
                    <a:pt x="12328" y="386"/>
                  </a:lnTo>
                  <a:lnTo>
                    <a:pt x="12320" y="413"/>
                  </a:lnTo>
                  <a:lnTo>
                    <a:pt x="12313" y="439"/>
                  </a:lnTo>
                  <a:lnTo>
                    <a:pt x="12307" y="467"/>
                  </a:lnTo>
                  <a:lnTo>
                    <a:pt x="12303" y="493"/>
                  </a:lnTo>
                  <a:lnTo>
                    <a:pt x="12299" y="521"/>
                  </a:lnTo>
                  <a:lnTo>
                    <a:pt x="12296" y="549"/>
                  </a:lnTo>
                  <a:lnTo>
                    <a:pt x="12296" y="577"/>
                  </a:lnTo>
                  <a:lnTo>
                    <a:pt x="12296" y="604"/>
                  </a:lnTo>
                  <a:lnTo>
                    <a:pt x="12299" y="632"/>
                  </a:lnTo>
                  <a:lnTo>
                    <a:pt x="12303" y="660"/>
                  </a:lnTo>
                  <a:lnTo>
                    <a:pt x="12307" y="686"/>
                  </a:lnTo>
                  <a:lnTo>
                    <a:pt x="12313" y="714"/>
                  </a:lnTo>
                  <a:lnTo>
                    <a:pt x="12320" y="740"/>
                  </a:lnTo>
                  <a:lnTo>
                    <a:pt x="12328" y="767"/>
                  </a:lnTo>
                  <a:lnTo>
                    <a:pt x="12338" y="793"/>
                  </a:lnTo>
                  <a:lnTo>
                    <a:pt x="12349" y="820"/>
                  </a:lnTo>
                  <a:lnTo>
                    <a:pt x="12362" y="845"/>
                  </a:lnTo>
                  <a:lnTo>
                    <a:pt x="12376" y="869"/>
                  </a:lnTo>
                  <a:lnTo>
                    <a:pt x="12391" y="894"/>
                  </a:lnTo>
                  <a:lnTo>
                    <a:pt x="12407" y="918"/>
                  </a:lnTo>
                  <a:lnTo>
                    <a:pt x="12425" y="940"/>
                  </a:lnTo>
                  <a:lnTo>
                    <a:pt x="12445" y="962"/>
                  </a:lnTo>
                  <a:lnTo>
                    <a:pt x="12465" y="985"/>
                  </a:lnTo>
                  <a:lnTo>
                    <a:pt x="12465" y="985"/>
                  </a:lnTo>
                  <a:lnTo>
                    <a:pt x="12524" y="1045"/>
                  </a:lnTo>
                  <a:lnTo>
                    <a:pt x="12584" y="1105"/>
                  </a:lnTo>
                  <a:lnTo>
                    <a:pt x="12642" y="1167"/>
                  </a:lnTo>
                  <a:lnTo>
                    <a:pt x="12698" y="1230"/>
                  </a:lnTo>
                  <a:lnTo>
                    <a:pt x="12755" y="1293"/>
                  </a:lnTo>
                  <a:lnTo>
                    <a:pt x="12810" y="1356"/>
                  </a:lnTo>
                  <a:lnTo>
                    <a:pt x="12864" y="1420"/>
                  </a:lnTo>
                  <a:lnTo>
                    <a:pt x="12917" y="1484"/>
                  </a:lnTo>
                  <a:lnTo>
                    <a:pt x="12969" y="1549"/>
                  </a:lnTo>
                  <a:lnTo>
                    <a:pt x="13021" y="1614"/>
                  </a:lnTo>
                  <a:lnTo>
                    <a:pt x="13071" y="1681"/>
                  </a:lnTo>
                  <a:lnTo>
                    <a:pt x="13120" y="1748"/>
                  </a:lnTo>
                  <a:lnTo>
                    <a:pt x="13169" y="1814"/>
                  </a:lnTo>
                  <a:lnTo>
                    <a:pt x="13217" y="1881"/>
                  </a:lnTo>
                  <a:lnTo>
                    <a:pt x="13264" y="1949"/>
                  </a:lnTo>
                  <a:lnTo>
                    <a:pt x="13309" y="2017"/>
                  </a:lnTo>
                  <a:lnTo>
                    <a:pt x="13353" y="2086"/>
                  </a:lnTo>
                  <a:lnTo>
                    <a:pt x="13397" y="2155"/>
                  </a:lnTo>
                  <a:lnTo>
                    <a:pt x="13440" y="2225"/>
                  </a:lnTo>
                  <a:lnTo>
                    <a:pt x="13483" y="2295"/>
                  </a:lnTo>
                  <a:lnTo>
                    <a:pt x="13523" y="2366"/>
                  </a:lnTo>
                  <a:lnTo>
                    <a:pt x="13563" y="2436"/>
                  </a:lnTo>
                  <a:lnTo>
                    <a:pt x="13602" y="2508"/>
                  </a:lnTo>
                  <a:lnTo>
                    <a:pt x="13640" y="2579"/>
                  </a:lnTo>
                  <a:lnTo>
                    <a:pt x="13678" y="2652"/>
                  </a:lnTo>
                  <a:lnTo>
                    <a:pt x="13714" y="2723"/>
                  </a:lnTo>
                  <a:lnTo>
                    <a:pt x="13750" y="2796"/>
                  </a:lnTo>
                  <a:lnTo>
                    <a:pt x="13784" y="2869"/>
                  </a:lnTo>
                  <a:lnTo>
                    <a:pt x="13816" y="2942"/>
                  </a:lnTo>
                  <a:lnTo>
                    <a:pt x="13849" y="3017"/>
                  </a:lnTo>
                  <a:lnTo>
                    <a:pt x="13881" y="3090"/>
                  </a:lnTo>
                  <a:lnTo>
                    <a:pt x="13912" y="3164"/>
                  </a:lnTo>
                  <a:lnTo>
                    <a:pt x="13941" y="3240"/>
                  </a:lnTo>
                  <a:lnTo>
                    <a:pt x="13970" y="3314"/>
                  </a:lnTo>
                  <a:lnTo>
                    <a:pt x="13998" y="3389"/>
                  </a:lnTo>
                  <a:lnTo>
                    <a:pt x="14024" y="3465"/>
                  </a:lnTo>
                  <a:lnTo>
                    <a:pt x="14051" y="3541"/>
                  </a:lnTo>
                  <a:lnTo>
                    <a:pt x="14076" y="3616"/>
                  </a:lnTo>
                  <a:lnTo>
                    <a:pt x="14100" y="3693"/>
                  </a:lnTo>
                  <a:lnTo>
                    <a:pt x="14122" y="3768"/>
                  </a:lnTo>
                  <a:lnTo>
                    <a:pt x="14145" y="3845"/>
                  </a:lnTo>
                  <a:lnTo>
                    <a:pt x="14167" y="3922"/>
                  </a:lnTo>
                  <a:lnTo>
                    <a:pt x="14187" y="3999"/>
                  </a:lnTo>
                  <a:lnTo>
                    <a:pt x="14206" y="4077"/>
                  </a:lnTo>
                  <a:lnTo>
                    <a:pt x="14224" y="4154"/>
                  </a:lnTo>
                  <a:lnTo>
                    <a:pt x="14241" y="4232"/>
                  </a:lnTo>
                  <a:lnTo>
                    <a:pt x="14257" y="4309"/>
                  </a:lnTo>
                  <a:lnTo>
                    <a:pt x="14274" y="4387"/>
                  </a:lnTo>
                  <a:lnTo>
                    <a:pt x="14287" y="4465"/>
                  </a:lnTo>
                  <a:lnTo>
                    <a:pt x="14301" y="4543"/>
                  </a:lnTo>
                  <a:lnTo>
                    <a:pt x="14314" y="4622"/>
                  </a:lnTo>
                  <a:lnTo>
                    <a:pt x="14326" y="4700"/>
                  </a:lnTo>
                  <a:lnTo>
                    <a:pt x="14337" y="4778"/>
                  </a:lnTo>
                  <a:lnTo>
                    <a:pt x="14347" y="4858"/>
                  </a:lnTo>
                  <a:lnTo>
                    <a:pt x="14355" y="4936"/>
                  </a:lnTo>
                  <a:lnTo>
                    <a:pt x="14364" y="5015"/>
                  </a:lnTo>
                  <a:lnTo>
                    <a:pt x="14371" y="5094"/>
                  </a:lnTo>
                  <a:lnTo>
                    <a:pt x="14377" y="5172"/>
                  </a:lnTo>
                  <a:lnTo>
                    <a:pt x="14382" y="5252"/>
                  </a:lnTo>
                  <a:lnTo>
                    <a:pt x="14387" y="5331"/>
                  </a:lnTo>
                  <a:lnTo>
                    <a:pt x="14389" y="5410"/>
                  </a:lnTo>
                  <a:lnTo>
                    <a:pt x="14392" y="5490"/>
                  </a:lnTo>
                  <a:lnTo>
                    <a:pt x="14393" y="5568"/>
                  </a:lnTo>
                  <a:lnTo>
                    <a:pt x="14394" y="5647"/>
                  </a:lnTo>
                  <a:lnTo>
                    <a:pt x="14393" y="5726"/>
                  </a:lnTo>
                  <a:lnTo>
                    <a:pt x="14392" y="5806"/>
                  </a:lnTo>
                  <a:lnTo>
                    <a:pt x="14389" y="5885"/>
                  </a:lnTo>
                  <a:lnTo>
                    <a:pt x="14387" y="5964"/>
                  </a:lnTo>
                  <a:lnTo>
                    <a:pt x="14382" y="6044"/>
                  </a:lnTo>
                  <a:lnTo>
                    <a:pt x="14377" y="6122"/>
                  </a:lnTo>
                  <a:lnTo>
                    <a:pt x="14371" y="6201"/>
                  </a:lnTo>
                  <a:lnTo>
                    <a:pt x="14364" y="6280"/>
                  </a:lnTo>
                  <a:lnTo>
                    <a:pt x="14355" y="6358"/>
                  </a:lnTo>
                  <a:lnTo>
                    <a:pt x="14347" y="6438"/>
                  </a:lnTo>
                  <a:lnTo>
                    <a:pt x="14337" y="6516"/>
                  </a:lnTo>
                  <a:lnTo>
                    <a:pt x="14326" y="6595"/>
                  </a:lnTo>
                  <a:lnTo>
                    <a:pt x="14314" y="6673"/>
                  </a:lnTo>
                  <a:lnTo>
                    <a:pt x="14301" y="6751"/>
                  </a:lnTo>
                  <a:lnTo>
                    <a:pt x="14287" y="6829"/>
                  </a:lnTo>
                  <a:lnTo>
                    <a:pt x="14274" y="6907"/>
                  </a:lnTo>
                  <a:lnTo>
                    <a:pt x="14257" y="6985"/>
                  </a:lnTo>
                  <a:lnTo>
                    <a:pt x="14241" y="7063"/>
                  </a:lnTo>
                  <a:lnTo>
                    <a:pt x="14224" y="7142"/>
                  </a:lnTo>
                  <a:lnTo>
                    <a:pt x="14206" y="7218"/>
                  </a:lnTo>
                  <a:lnTo>
                    <a:pt x="14187" y="7295"/>
                  </a:lnTo>
                  <a:lnTo>
                    <a:pt x="14167" y="7373"/>
                  </a:lnTo>
                  <a:lnTo>
                    <a:pt x="14145" y="7450"/>
                  </a:lnTo>
                  <a:lnTo>
                    <a:pt x="14122" y="7526"/>
                  </a:lnTo>
                  <a:lnTo>
                    <a:pt x="14100" y="7602"/>
                  </a:lnTo>
                  <a:lnTo>
                    <a:pt x="14076" y="7679"/>
                  </a:lnTo>
                  <a:lnTo>
                    <a:pt x="14051" y="7755"/>
                  </a:lnTo>
                  <a:lnTo>
                    <a:pt x="14024" y="7830"/>
                  </a:lnTo>
                  <a:lnTo>
                    <a:pt x="13998" y="7906"/>
                  </a:lnTo>
                  <a:lnTo>
                    <a:pt x="13970" y="7981"/>
                  </a:lnTo>
                  <a:lnTo>
                    <a:pt x="13941" y="8056"/>
                  </a:lnTo>
                  <a:lnTo>
                    <a:pt x="13912" y="8130"/>
                  </a:lnTo>
                  <a:lnTo>
                    <a:pt x="13881" y="8204"/>
                  </a:lnTo>
                  <a:lnTo>
                    <a:pt x="13849" y="8279"/>
                  </a:lnTo>
                  <a:lnTo>
                    <a:pt x="13816" y="8353"/>
                  </a:lnTo>
                  <a:lnTo>
                    <a:pt x="13784" y="8426"/>
                  </a:lnTo>
                  <a:lnTo>
                    <a:pt x="13750" y="8499"/>
                  </a:lnTo>
                  <a:lnTo>
                    <a:pt x="13714" y="8572"/>
                  </a:lnTo>
                  <a:lnTo>
                    <a:pt x="13678" y="8644"/>
                  </a:lnTo>
                  <a:lnTo>
                    <a:pt x="13640" y="8715"/>
                  </a:lnTo>
                  <a:lnTo>
                    <a:pt x="13602" y="8787"/>
                  </a:lnTo>
                  <a:lnTo>
                    <a:pt x="13563" y="8859"/>
                  </a:lnTo>
                  <a:lnTo>
                    <a:pt x="13523" y="8929"/>
                  </a:lnTo>
                  <a:lnTo>
                    <a:pt x="13483" y="9000"/>
                  </a:lnTo>
                  <a:lnTo>
                    <a:pt x="13440" y="9069"/>
                  </a:lnTo>
                  <a:lnTo>
                    <a:pt x="13397" y="9140"/>
                  </a:lnTo>
                  <a:lnTo>
                    <a:pt x="13353" y="9209"/>
                  </a:lnTo>
                  <a:lnTo>
                    <a:pt x="13309" y="9277"/>
                  </a:lnTo>
                  <a:lnTo>
                    <a:pt x="13264" y="9345"/>
                  </a:lnTo>
                  <a:lnTo>
                    <a:pt x="13217" y="9413"/>
                  </a:lnTo>
                  <a:lnTo>
                    <a:pt x="13169" y="9481"/>
                  </a:lnTo>
                  <a:lnTo>
                    <a:pt x="13120" y="9548"/>
                  </a:lnTo>
                  <a:lnTo>
                    <a:pt x="13071" y="9614"/>
                  </a:lnTo>
                  <a:lnTo>
                    <a:pt x="13021" y="9680"/>
                  </a:lnTo>
                  <a:lnTo>
                    <a:pt x="12969" y="9745"/>
                  </a:lnTo>
                  <a:lnTo>
                    <a:pt x="12917" y="9811"/>
                  </a:lnTo>
                  <a:lnTo>
                    <a:pt x="12864" y="9875"/>
                  </a:lnTo>
                  <a:lnTo>
                    <a:pt x="12810" y="9939"/>
                  </a:lnTo>
                  <a:lnTo>
                    <a:pt x="12755" y="10002"/>
                  </a:lnTo>
                  <a:lnTo>
                    <a:pt x="12698" y="10065"/>
                  </a:lnTo>
                  <a:lnTo>
                    <a:pt x="12642" y="10127"/>
                  </a:lnTo>
                  <a:lnTo>
                    <a:pt x="12584" y="10189"/>
                  </a:lnTo>
                  <a:lnTo>
                    <a:pt x="12524" y="10250"/>
                  </a:lnTo>
                  <a:lnTo>
                    <a:pt x="12465" y="10311"/>
                  </a:lnTo>
                  <a:lnTo>
                    <a:pt x="12465" y="10311"/>
                  </a:lnTo>
                  <a:lnTo>
                    <a:pt x="12445" y="10332"/>
                  </a:lnTo>
                  <a:lnTo>
                    <a:pt x="12425" y="10355"/>
                  </a:lnTo>
                  <a:lnTo>
                    <a:pt x="12407" y="10377"/>
                  </a:lnTo>
                  <a:lnTo>
                    <a:pt x="12391" y="10401"/>
                  </a:lnTo>
                  <a:lnTo>
                    <a:pt x="12376" y="10425"/>
                  </a:lnTo>
                  <a:lnTo>
                    <a:pt x="12362" y="10450"/>
                  </a:lnTo>
                  <a:lnTo>
                    <a:pt x="12349" y="10476"/>
                  </a:lnTo>
                  <a:lnTo>
                    <a:pt x="12338" y="10501"/>
                  </a:lnTo>
                  <a:lnTo>
                    <a:pt x="12328" y="10527"/>
                  </a:lnTo>
                  <a:lnTo>
                    <a:pt x="12320" y="10554"/>
                  </a:lnTo>
                  <a:lnTo>
                    <a:pt x="12313" y="10581"/>
                  </a:lnTo>
                  <a:lnTo>
                    <a:pt x="12307" y="10608"/>
                  </a:lnTo>
                  <a:lnTo>
                    <a:pt x="12303" y="10636"/>
                  </a:lnTo>
                  <a:lnTo>
                    <a:pt x="12299" y="10663"/>
                  </a:lnTo>
                  <a:lnTo>
                    <a:pt x="12296" y="10691"/>
                  </a:lnTo>
                  <a:lnTo>
                    <a:pt x="12296" y="10719"/>
                  </a:lnTo>
                  <a:lnTo>
                    <a:pt x="12296" y="10746"/>
                  </a:lnTo>
                  <a:lnTo>
                    <a:pt x="12299" y="10773"/>
                  </a:lnTo>
                  <a:lnTo>
                    <a:pt x="12303" y="10801"/>
                  </a:lnTo>
                  <a:lnTo>
                    <a:pt x="12307" y="10828"/>
                  </a:lnTo>
                  <a:lnTo>
                    <a:pt x="12313" y="10856"/>
                  </a:lnTo>
                  <a:lnTo>
                    <a:pt x="12320" y="10882"/>
                  </a:lnTo>
                  <a:lnTo>
                    <a:pt x="12328" y="10909"/>
                  </a:lnTo>
                  <a:lnTo>
                    <a:pt x="12338" y="10935"/>
                  </a:lnTo>
                  <a:lnTo>
                    <a:pt x="12349" y="10960"/>
                  </a:lnTo>
                  <a:lnTo>
                    <a:pt x="12362" y="10986"/>
                  </a:lnTo>
                  <a:lnTo>
                    <a:pt x="12376" y="11011"/>
                  </a:lnTo>
                  <a:lnTo>
                    <a:pt x="12391" y="11035"/>
                  </a:lnTo>
                  <a:lnTo>
                    <a:pt x="12407" y="11059"/>
                  </a:lnTo>
                  <a:lnTo>
                    <a:pt x="12425" y="11081"/>
                  </a:lnTo>
                  <a:lnTo>
                    <a:pt x="12445" y="11104"/>
                  </a:lnTo>
                  <a:lnTo>
                    <a:pt x="12465" y="11125"/>
                  </a:lnTo>
                  <a:lnTo>
                    <a:pt x="12465" y="11125"/>
                  </a:lnTo>
                  <a:lnTo>
                    <a:pt x="12487" y="11146"/>
                  </a:lnTo>
                  <a:lnTo>
                    <a:pt x="12509" y="11166"/>
                  </a:lnTo>
                  <a:lnTo>
                    <a:pt x="12532" y="11183"/>
                  </a:lnTo>
                  <a:lnTo>
                    <a:pt x="12556" y="11200"/>
                  </a:lnTo>
                  <a:lnTo>
                    <a:pt x="12580" y="11215"/>
                  </a:lnTo>
                  <a:lnTo>
                    <a:pt x="12605" y="11229"/>
                  </a:lnTo>
                  <a:lnTo>
                    <a:pt x="12630" y="11241"/>
                  </a:lnTo>
                  <a:lnTo>
                    <a:pt x="12655" y="11253"/>
                  </a:lnTo>
                  <a:lnTo>
                    <a:pt x="12682" y="11263"/>
                  </a:lnTo>
                  <a:lnTo>
                    <a:pt x="12708" y="11270"/>
                  </a:lnTo>
                  <a:lnTo>
                    <a:pt x="12735" y="11278"/>
                  </a:lnTo>
                  <a:lnTo>
                    <a:pt x="12762" y="11284"/>
                  </a:lnTo>
                  <a:lnTo>
                    <a:pt x="12790" y="11288"/>
                  </a:lnTo>
                  <a:lnTo>
                    <a:pt x="12818" y="11292"/>
                  </a:lnTo>
                  <a:lnTo>
                    <a:pt x="12844" y="11294"/>
                  </a:lnTo>
                  <a:lnTo>
                    <a:pt x="12872" y="11294"/>
                  </a:lnTo>
                  <a:lnTo>
                    <a:pt x="12872" y="11294"/>
                  </a:lnTo>
                  <a:lnTo>
                    <a:pt x="12900" y="11294"/>
                  </a:lnTo>
                  <a:lnTo>
                    <a:pt x="12927" y="11292"/>
                  </a:lnTo>
                  <a:lnTo>
                    <a:pt x="12955" y="11288"/>
                  </a:lnTo>
                  <a:lnTo>
                    <a:pt x="12983" y="11284"/>
                  </a:lnTo>
                  <a:lnTo>
                    <a:pt x="13009" y="11278"/>
                  </a:lnTo>
                  <a:lnTo>
                    <a:pt x="13037" y="11270"/>
                  </a:lnTo>
                  <a:lnTo>
                    <a:pt x="13063" y="11263"/>
                  </a:lnTo>
                  <a:lnTo>
                    <a:pt x="13090" y="11253"/>
                  </a:lnTo>
                  <a:lnTo>
                    <a:pt x="13115" y="11241"/>
                  </a:lnTo>
                  <a:lnTo>
                    <a:pt x="13140" y="11229"/>
                  </a:lnTo>
                  <a:lnTo>
                    <a:pt x="13165" y="11215"/>
                  </a:lnTo>
                  <a:lnTo>
                    <a:pt x="13189" y="11200"/>
                  </a:lnTo>
                  <a:lnTo>
                    <a:pt x="13213" y="11183"/>
                  </a:lnTo>
                  <a:lnTo>
                    <a:pt x="13236" y="11166"/>
                  </a:lnTo>
                  <a:lnTo>
                    <a:pt x="13259" y="11146"/>
                  </a:lnTo>
                  <a:lnTo>
                    <a:pt x="13280" y="11125"/>
                  </a:lnTo>
                  <a:lnTo>
                    <a:pt x="13280" y="11125"/>
                  </a:lnTo>
                  <a:lnTo>
                    <a:pt x="13351" y="11055"/>
                  </a:lnTo>
                  <a:lnTo>
                    <a:pt x="13420" y="10983"/>
                  </a:lnTo>
                  <a:lnTo>
                    <a:pt x="13488" y="10910"/>
                  </a:lnTo>
                  <a:lnTo>
                    <a:pt x="13555" y="10837"/>
                  </a:lnTo>
                  <a:lnTo>
                    <a:pt x="13620" y="10763"/>
                  </a:lnTo>
                  <a:lnTo>
                    <a:pt x="13685" y="10688"/>
                  </a:lnTo>
                  <a:lnTo>
                    <a:pt x="13748" y="10614"/>
                  </a:lnTo>
                  <a:lnTo>
                    <a:pt x="13811" y="10537"/>
                  </a:lnTo>
                  <a:lnTo>
                    <a:pt x="13872" y="10462"/>
                  </a:lnTo>
                  <a:lnTo>
                    <a:pt x="13932" y="10385"/>
                  </a:lnTo>
                  <a:lnTo>
                    <a:pt x="13992" y="10307"/>
                  </a:lnTo>
                  <a:lnTo>
                    <a:pt x="14049" y="10229"/>
                  </a:lnTo>
                  <a:lnTo>
                    <a:pt x="14107" y="10151"/>
                  </a:lnTo>
                  <a:lnTo>
                    <a:pt x="14163" y="10072"/>
                  </a:lnTo>
                  <a:lnTo>
                    <a:pt x="14218" y="9992"/>
                  </a:lnTo>
                  <a:lnTo>
                    <a:pt x="14271" y="9912"/>
                  </a:lnTo>
                  <a:lnTo>
                    <a:pt x="14324" y="9831"/>
                  </a:lnTo>
                  <a:lnTo>
                    <a:pt x="14376" y="9749"/>
                  </a:lnTo>
                  <a:lnTo>
                    <a:pt x="14426" y="9667"/>
                  </a:lnTo>
                  <a:lnTo>
                    <a:pt x="14475" y="9585"/>
                  </a:lnTo>
                  <a:lnTo>
                    <a:pt x="14523" y="9502"/>
                  </a:lnTo>
                  <a:lnTo>
                    <a:pt x="14570" y="9419"/>
                  </a:lnTo>
                  <a:lnTo>
                    <a:pt x="14616" y="9336"/>
                  </a:lnTo>
                  <a:lnTo>
                    <a:pt x="14660" y="9252"/>
                  </a:lnTo>
                  <a:lnTo>
                    <a:pt x="14704" y="9167"/>
                  </a:lnTo>
                  <a:lnTo>
                    <a:pt x="14747" y="9082"/>
                  </a:lnTo>
                  <a:lnTo>
                    <a:pt x="14789" y="8996"/>
                  </a:lnTo>
                  <a:lnTo>
                    <a:pt x="14829" y="8911"/>
                  </a:lnTo>
                  <a:lnTo>
                    <a:pt x="14868" y="8825"/>
                  </a:lnTo>
                  <a:lnTo>
                    <a:pt x="14906" y="8738"/>
                  </a:lnTo>
                  <a:lnTo>
                    <a:pt x="14944" y="8651"/>
                  </a:lnTo>
                  <a:lnTo>
                    <a:pt x="14979" y="8564"/>
                  </a:lnTo>
                  <a:lnTo>
                    <a:pt x="15014" y="8476"/>
                  </a:lnTo>
                  <a:lnTo>
                    <a:pt x="15048" y="8388"/>
                  </a:lnTo>
                  <a:lnTo>
                    <a:pt x="15081" y="8300"/>
                  </a:lnTo>
                  <a:lnTo>
                    <a:pt x="15112" y="8212"/>
                  </a:lnTo>
                  <a:lnTo>
                    <a:pt x="15143" y="8122"/>
                  </a:lnTo>
                  <a:lnTo>
                    <a:pt x="15171" y="8033"/>
                  </a:lnTo>
                  <a:lnTo>
                    <a:pt x="15200" y="7944"/>
                  </a:lnTo>
                  <a:lnTo>
                    <a:pt x="15227" y="7854"/>
                  </a:lnTo>
                  <a:lnTo>
                    <a:pt x="15253" y="7765"/>
                  </a:lnTo>
                  <a:lnTo>
                    <a:pt x="15279" y="7674"/>
                  </a:lnTo>
                  <a:lnTo>
                    <a:pt x="15302" y="7584"/>
                  </a:lnTo>
                  <a:lnTo>
                    <a:pt x="15325" y="7493"/>
                  </a:lnTo>
                  <a:lnTo>
                    <a:pt x="15347" y="7402"/>
                  </a:lnTo>
                  <a:lnTo>
                    <a:pt x="15367" y="7310"/>
                  </a:lnTo>
                  <a:lnTo>
                    <a:pt x="15386" y="7220"/>
                  </a:lnTo>
                  <a:lnTo>
                    <a:pt x="15404" y="7128"/>
                  </a:lnTo>
                  <a:lnTo>
                    <a:pt x="15421" y="7036"/>
                  </a:lnTo>
                  <a:lnTo>
                    <a:pt x="15437" y="6944"/>
                  </a:lnTo>
                  <a:lnTo>
                    <a:pt x="15452" y="6852"/>
                  </a:lnTo>
                  <a:lnTo>
                    <a:pt x="15466" y="6760"/>
                  </a:lnTo>
                  <a:lnTo>
                    <a:pt x="15479" y="6668"/>
                  </a:lnTo>
                  <a:lnTo>
                    <a:pt x="15490" y="6575"/>
                  </a:lnTo>
                  <a:lnTo>
                    <a:pt x="15501" y="6483"/>
                  </a:lnTo>
                  <a:lnTo>
                    <a:pt x="15510" y="6390"/>
                  </a:lnTo>
                  <a:lnTo>
                    <a:pt x="15519" y="6298"/>
                  </a:lnTo>
                  <a:lnTo>
                    <a:pt x="15525" y="6205"/>
                  </a:lnTo>
                  <a:lnTo>
                    <a:pt x="15532" y="6112"/>
                  </a:lnTo>
                  <a:lnTo>
                    <a:pt x="15537" y="6020"/>
                  </a:lnTo>
                  <a:lnTo>
                    <a:pt x="15540" y="5927"/>
                  </a:lnTo>
                  <a:lnTo>
                    <a:pt x="15544" y="5833"/>
                  </a:lnTo>
                  <a:lnTo>
                    <a:pt x="15546" y="5740"/>
                  </a:lnTo>
                  <a:lnTo>
                    <a:pt x="15546" y="5647"/>
                  </a:lnTo>
                  <a:lnTo>
                    <a:pt x="15546" y="5554"/>
                  </a:lnTo>
                  <a:lnTo>
                    <a:pt x="15544" y="5462"/>
                  </a:lnTo>
                  <a:lnTo>
                    <a:pt x="15540" y="5369"/>
                  </a:lnTo>
                  <a:lnTo>
                    <a:pt x="15537" y="5276"/>
                  </a:lnTo>
                  <a:lnTo>
                    <a:pt x="15532" y="5182"/>
                  </a:lnTo>
                  <a:lnTo>
                    <a:pt x="15525" y="5089"/>
                  </a:lnTo>
                  <a:lnTo>
                    <a:pt x="15519" y="4997"/>
                  </a:lnTo>
                  <a:lnTo>
                    <a:pt x="15510" y="4904"/>
                  </a:lnTo>
                  <a:lnTo>
                    <a:pt x="15501" y="4812"/>
                  </a:lnTo>
                  <a:lnTo>
                    <a:pt x="15490" y="4719"/>
                  </a:lnTo>
                  <a:lnTo>
                    <a:pt x="15479" y="4627"/>
                  </a:lnTo>
                  <a:lnTo>
                    <a:pt x="15466" y="4534"/>
                  </a:lnTo>
                  <a:lnTo>
                    <a:pt x="15452" y="4442"/>
                  </a:lnTo>
                  <a:lnTo>
                    <a:pt x="15437" y="4350"/>
                  </a:lnTo>
                  <a:lnTo>
                    <a:pt x="15421" y="4258"/>
                  </a:lnTo>
                  <a:lnTo>
                    <a:pt x="15404" y="4166"/>
                  </a:lnTo>
                  <a:lnTo>
                    <a:pt x="15386" y="4076"/>
                  </a:lnTo>
                  <a:lnTo>
                    <a:pt x="15367" y="3984"/>
                  </a:lnTo>
                  <a:lnTo>
                    <a:pt x="15347" y="3893"/>
                  </a:lnTo>
                  <a:lnTo>
                    <a:pt x="15325" y="3802"/>
                  </a:lnTo>
                  <a:lnTo>
                    <a:pt x="15302" y="3712"/>
                  </a:lnTo>
                  <a:lnTo>
                    <a:pt x="15279" y="3621"/>
                  </a:lnTo>
                  <a:lnTo>
                    <a:pt x="15253" y="3530"/>
                  </a:lnTo>
                  <a:lnTo>
                    <a:pt x="15227" y="3441"/>
                  </a:lnTo>
                  <a:lnTo>
                    <a:pt x="15200" y="3350"/>
                  </a:lnTo>
                  <a:lnTo>
                    <a:pt x="15171" y="3261"/>
                  </a:lnTo>
                  <a:lnTo>
                    <a:pt x="15143" y="3172"/>
                  </a:lnTo>
                  <a:lnTo>
                    <a:pt x="15112" y="3083"/>
                  </a:lnTo>
                  <a:lnTo>
                    <a:pt x="15081" y="2994"/>
                  </a:lnTo>
                  <a:lnTo>
                    <a:pt x="15048" y="2906"/>
                  </a:lnTo>
                  <a:lnTo>
                    <a:pt x="15014" y="2818"/>
                  </a:lnTo>
                  <a:lnTo>
                    <a:pt x="14979" y="2731"/>
                  </a:lnTo>
                  <a:lnTo>
                    <a:pt x="14944" y="2644"/>
                  </a:lnTo>
                  <a:lnTo>
                    <a:pt x="14906" y="2557"/>
                  </a:lnTo>
                  <a:lnTo>
                    <a:pt x="14868" y="2470"/>
                  </a:lnTo>
                  <a:lnTo>
                    <a:pt x="14829" y="2383"/>
                  </a:lnTo>
                  <a:lnTo>
                    <a:pt x="14789" y="2298"/>
                  </a:lnTo>
                  <a:lnTo>
                    <a:pt x="14747" y="2212"/>
                  </a:lnTo>
                  <a:lnTo>
                    <a:pt x="14704" y="2128"/>
                  </a:lnTo>
                  <a:lnTo>
                    <a:pt x="14660" y="2043"/>
                  </a:lnTo>
                  <a:lnTo>
                    <a:pt x="14616" y="1959"/>
                  </a:lnTo>
                  <a:lnTo>
                    <a:pt x="14570" y="1876"/>
                  </a:lnTo>
                  <a:lnTo>
                    <a:pt x="14523" y="1792"/>
                  </a:lnTo>
                  <a:lnTo>
                    <a:pt x="14475" y="1710"/>
                  </a:lnTo>
                  <a:lnTo>
                    <a:pt x="14426" y="1627"/>
                  </a:lnTo>
                  <a:lnTo>
                    <a:pt x="14376" y="1545"/>
                  </a:lnTo>
                  <a:lnTo>
                    <a:pt x="14324" y="1464"/>
                  </a:lnTo>
                  <a:lnTo>
                    <a:pt x="14271" y="1384"/>
                  </a:lnTo>
                  <a:lnTo>
                    <a:pt x="14218" y="1303"/>
                  </a:lnTo>
                  <a:lnTo>
                    <a:pt x="14163" y="1224"/>
                  </a:lnTo>
                  <a:lnTo>
                    <a:pt x="14107" y="1144"/>
                  </a:lnTo>
                  <a:lnTo>
                    <a:pt x="14049" y="1065"/>
                  </a:lnTo>
                  <a:lnTo>
                    <a:pt x="13992" y="987"/>
                  </a:lnTo>
                  <a:lnTo>
                    <a:pt x="13932" y="910"/>
                  </a:lnTo>
                  <a:lnTo>
                    <a:pt x="13872" y="833"/>
                  </a:lnTo>
                  <a:lnTo>
                    <a:pt x="13811" y="757"/>
                  </a:lnTo>
                  <a:lnTo>
                    <a:pt x="13748" y="681"/>
                  </a:lnTo>
                  <a:lnTo>
                    <a:pt x="13685" y="606"/>
                  </a:lnTo>
                  <a:lnTo>
                    <a:pt x="13620" y="531"/>
                  </a:lnTo>
                  <a:lnTo>
                    <a:pt x="13555" y="458"/>
                  </a:lnTo>
                  <a:lnTo>
                    <a:pt x="13488" y="385"/>
                  </a:lnTo>
                  <a:lnTo>
                    <a:pt x="13420" y="312"/>
                  </a:lnTo>
                  <a:lnTo>
                    <a:pt x="13351" y="240"/>
                  </a:lnTo>
                  <a:lnTo>
                    <a:pt x="13280" y="169"/>
                  </a:lnTo>
                  <a:lnTo>
                    <a:pt x="13280" y="169"/>
                  </a:lnTo>
                  <a:close/>
                  <a:moveTo>
                    <a:pt x="9996" y="3454"/>
                  </a:moveTo>
                  <a:lnTo>
                    <a:pt x="9996" y="3454"/>
                  </a:lnTo>
                  <a:lnTo>
                    <a:pt x="9974" y="3432"/>
                  </a:lnTo>
                  <a:lnTo>
                    <a:pt x="9952" y="3413"/>
                  </a:lnTo>
                  <a:lnTo>
                    <a:pt x="9929" y="3396"/>
                  </a:lnTo>
                  <a:lnTo>
                    <a:pt x="9905" y="3379"/>
                  </a:lnTo>
                  <a:lnTo>
                    <a:pt x="9881" y="3364"/>
                  </a:lnTo>
                  <a:lnTo>
                    <a:pt x="9856" y="3350"/>
                  </a:lnTo>
                  <a:lnTo>
                    <a:pt x="9831" y="3338"/>
                  </a:lnTo>
                  <a:lnTo>
                    <a:pt x="9806" y="3326"/>
                  </a:lnTo>
                  <a:lnTo>
                    <a:pt x="9779" y="3316"/>
                  </a:lnTo>
                  <a:lnTo>
                    <a:pt x="9753" y="3308"/>
                  </a:lnTo>
                  <a:lnTo>
                    <a:pt x="9725" y="3301"/>
                  </a:lnTo>
                  <a:lnTo>
                    <a:pt x="9698" y="3295"/>
                  </a:lnTo>
                  <a:lnTo>
                    <a:pt x="9671" y="3290"/>
                  </a:lnTo>
                  <a:lnTo>
                    <a:pt x="9643" y="3287"/>
                  </a:lnTo>
                  <a:lnTo>
                    <a:pt x="9615" y="3285"/>
                  </a:lnTo>
                  <a:lnTo>
                    <a:pt x="9588" y="3285"/>
                  </a:lnTo>
                  <a:lnTo>
                    <a:pt x="9561" y="3285"/>
                  </a:lnTo>
                  <a:lnTo>
                    <a:pt x="9534" y="3287"/>
                  </a:lnTo>
                  <a:lnTo>
                    <a:pt x="9506" y="3290"/>
                  </a:lnTo>
                  <a:lnTo>
                    <a:pt x="9478" y="3295"/>
                  </a:lnTo>
                  <a:lnTo>
                    <a:pt x="9450" y="3301"/>
                  </a:lnTo>
                  <a:lnTo>
                    <a:pt x="9424" y="3308"/>
                  </a:lnTo>
                  <a:lnTo>
                    <a:pt x="9398" y="3316"/>
                  </a:lnTo>
                  <a:lnTo>
                    <a:pt x="9371" y="3326"/>
                  </a:lnTo>
                  <a:lnTo>
                    <a:pt x="9346" y="3338"/>
                  </a:lnTo>
                  <a:lnTo>
                    <a:pt x="9321" y="3350"/>
                  </a:lnTo>
                  <a:lnTo>
                    <a:pt x="9296" y="3364"/>
                  </a:lnTo>
                  <a:lnTo>
                    <a:pt x="9272" y="3379"/>
                  </a:lnTo>
                  <a:lnTo>
                    <a:pt x="9248" y="3396"/>
                  </a:lnTo>
                  <a:lnTo>
                    <a:pt x="9225" y="3413"/>
                  </a:lnTo>
                  <a:lnTo>
                    <a:pt x="9202" y="3432"/>
                  </a:lnTo>
                  <a:lnTo>
                    <a:pt x="9181" y="3454"/>
                  </a:lnTo>
                  <a:lnTo>
                    <a:pt x="9181" y="3454"/>
                  </a:lnTo>
                  <a:lnTo>
                    <a:pt x="9161" y="3475"/>
                  </a:lnTo>
                  <a:lnTo>
                    <a:pt x="9141" y="3496"/>
                  </a:lnTo>
                  <a:lnTo>
                    <a:pt x="9123" y="3520"/>
                  </a:lnTo>
                  <a:lnTo>
                    <a:pt x="9107" y="3543"/>
                  </a:lnTo>
                  <a:lnTo>
                    <a:pt x="9092" y="3568"/>
                  </a:lnTo>
                  <a:lnTo>
                    <a:pt x="9078" y="3592"/>
                  </a:lnTo>
                  <a:lnTo>
                    <a:pt x="9065" y="3617"/>
                  </a:lnTo>
                  <a:lnTo>
                    <a:pt x="9054" y="3644"/>
                  </a:lnTo>
                  <a:lnTo>
                    <a:pt x="9044" y="3670"/>
                  </a:lnTo>
                  <a:lnTo>
                    <a:pt x="9036" y="3697"/>
                  </a:lnTo>
                  <a:lnTo>
                    <a:pt x="9029" y="3723"/>
                  </a:lnTo>
                  <a:lnTo>
                    <a:pt x="9022" y="3751"/>
                  </a:lnTo>
                  <a:lnTo>
                    <a:pt x="9017" y="3777"/>
                  </a:lnTo>
                  <a:lnTo>
                    <a:pt x="9015" y="3805"/>
                  </a:lnTo>
                  <a:lnTo>
                    <a:pt x="9012" y="3833"/>
                  </a:lnTo>
                  <a:lnTo>
                    <a:pt x="9012" y="3860"/>
                  </a:lnTo>
                  <a:lnTo>
                    <a:pt x="9012" y="3888"/>
                  </a:lnTo>
                  <a:lnTo>
                    <a:pt x="9015" y="3916"/>
                  </a:lnTo>
                  <a:lnTo>
                    <a:pt x="9017" y="3943"/>
                  </a:lnTo>
                  <a:lnTo>
                    <a:pt x="9022" y="3970"/>
                  </a:lnTo>
                  <a:lnTo>
                    <a:pt x="9029" y="3998"/>
                  </a:lnTo>
                  <a:lnTo>
                    <a:pt x="9035" y="4024"/>
                  </a:lnTo>
                  <a:lnTo>
                    <a:pt x="9044" y="4050"/>
                  </a:lnTo>
                  <a:lnTo>
                    <a:pt x="9054" y="4077"/>
                  </a:lnTo>
                  <a:lnTo>
                    <a:pt x="9065" y="4103"/>
                  </a:lnTo>
                  <a:lnTo>
                    <a:pt x="9078" y="4129"/>
                  </a:lnTo>
                  <a:lnTo>
                    <a:pt x="9092" y="4154"/>
                  </a:lnTo>
                  <a:lnTo>
                    <a:pt x="9107" y="4178"/>
                  </a:lnTo>
                  <a:lnTo>
                    <a:pt x="9123" y="4202"/>
                  </a:lnTo>
                  <a:lnTo>
                    <a:pt x="9141" y="4224"/>
                  </a:lnTo>
                  <a:lnTo>
                    <a:pt x="9160" y="4247"/>
                  </a:lnTo>
                  <a:lnTo>
                    <a:pt x="9181" y="4268"/>
                  </a:lnTo>
                  <a:lnTo>
                    <a:pt x="9181" y="4268"/>
                  </a:lnTo>
                  <a:lnTo>
                    <a:pt x="9215" y="4302"/>
                  </a:lnTo>
                  <a:lnTo>
                    <a:pt x="9248" y="4339"/>
                  </a:lnTo>
                  <a:lnTo>
                    <a:pt x="9279" y="4374"/>
                  </a:lnTo>
                  <a:lnTo>
                    <a:pt x="9311" y="4412"/>
                  </a:lnTo>
                  <a:lnTo>
                    <a:pt x="9341" y="4450"/>
                  </a:lnTo>
                  <a:lnTo>
                    <a:pt x="9370" y="4487"/>
                  </a:lnTo>
                  <a:lnTo>
                    <a:pt x="9399" y="4526"/>
                  </a:lnTo>
                  <a:lnTo>
                    <a:pt x="9425" y="4565"/>
                  </a:lnTo>
                  <a:lnTo>
                    <a:pt x="9452" y="4606"/>
                  </a:lnTo>
                  <a:lnTo>
                    <a:pt x="9477" y="4646"/>
                  </a:lnTo>
                  <a:lnTo>
                    <a:pt x="9501" y="4688"/>
                  </a:lnTo>
                  <a:lnTo>
                    <a:pt x="9523" y="4729"/>
                  </a:lnTo>
                  <a:lnTo>
                    <a:pt x="9545" y="4771"/>
                  </a:lnTo>
                  <a:lnTo>
                    <a:pt x="9566" y="4813"/>
                  </a:lnTo>
                  <a:lnTo>
                    <a:pt x="9586" y="4858"/>
                  </a:lnTo>
                  <a:lnTo>
                    <a:pt x="9604" y="4900"/>
                  </a:lnTo>
                  <a:lnTo>
                    <a:pt x="9622" y="4944"/>
                  </a:lnTo>
                  <a:lnTo>
                    <a:pt x="9638" y="4988"/>
                  </a:lnTo>
                  <a:lnTo>
                    <a:pt x="9654" y="5034"/>
                  </a:lnTo>
                  <a:lnTo>
                    <a:pt x="9668" y="5079"/>
                  </a:lnTo>
                  <a:lnTo>
                    <a:pt x="9682" y="5124"/>
                  </a:lnTo>
                  <a:lnTo>
                    <a:pt x="9693" y="5171"/>
                  </a:lnTo>
                  <a:lnTo>
                    <a:pt x="9705" y="5218"/>
                  </a:lnTo>
                  <a:lnTo>
                    <a:pt x="9715" y="5264"/>
                  </a:lnTo>
                  <a:lnTo>
                    <a:pt x="9724" y="5311"/>
                  </a:lnTo>
                  <a:lnTo>
                    <a:pt x="9731" y="5359"/>
                  </a:lnTo>
                  <a:lnTo>
                    <a:pt x="9738" y="5407"/>
                  </a:lnTo>
                  <a:lnTo>
                    <a:pt x="9743" y="5454"/>
                  </a:lnTo>
                  <a:lnTo>
                    <a:pt x="9746" y="5502"/>
                  </a:lnTo>
                  <a:lnTo>
                    <a:pt x="9750" y="5550"/>
                  </a:lnTo>
                  <a:lnTo>
                    <a:pt x="9751" y="5599"/>
                  </a:lnTo>
                  <a:lnTo>
                    <a:pt x="9753" y="5647"/>
                  </a:lnTo>
                  <a:lnTo>
                    <a:pt x="9753" y="5647"/>
                  </a:lnTo>
                  <a:lnTo>
                    <a:pt x="9751" y="5696"/>
                  </a:lnTo>
                  <a:lnTo>
                    <a:pt x="9750" y="5745"/>
                  </a:lnTo>
                  <a:lnTo>
                    <a:pt x="9746" y="5793"/>
                  </a:lnTo>
                  <a:lnTo>
                    <a:pt x="9743" y="5841"/>
                  </a:lnTo>
                  <a:lnTo>
                    <a:pt x="9738" y="5889"/>
                  </a:lnTo>
                  <a:lnTo>
                    <a:pt x="9731" y="5937"/>
                  </a:lnTo>
                  <a:lnTo>
                    <a:pt x="9724" y="5984"/>
                  </a:lnTo>
                  <a:lnTo>
                    <a:pt x="9715" y="6031"/>
                  </a:lnTo>
                  <a:lnTo>
                    <a:pt x="9705" y="6078"/>
                  </a:lnTo>
                  <a:lnTo>
                    <a:pt x="9693" y="6124"/>
                  </a:lnTo>
                  <a:lnTo>
                    <a:pt x="9682" y="6170"/>
                  </a:lnTo>
                  <a:lnTo>
                    <a:pt x="9668" y="6216"/>
                  </a:lnTo>
                  <a:lnTo>
                    <a:pt x="9654" y="6261"/>
                  </a:lnTo>
                  <a:lnTo>
                    <a:pt x="9639" y="6306"/>
                  </a:lnTo>
                  <a:lnTo>
                    <a:pt x="9622" y="6350"/>
                  </a:lnTo>
                  <a:lnTo>
                    <a:pt x="9604" y="6394"/>
                  </a:lnTo>
                  <a:lnTo>
                    <a:pt x="9586" y="6438"/>
                  </a:lnTo>
                  <a:lnTo>
                    <a:pt x="9566" y="6481"/>
                  </a:lnTo>
                  <a:lnTo>
                    <a:pt x="9545" y="6523"/>
                  </a:lnTo>
                  <a:lnTo>
                    <a:pt x="9523" y="6566"/>
                  </a:lnTo>
                  <a:lnTo>
                    <a:pt x="9501" y="6608"/>
                  </a:lnTo>
                  <a:lnTo>
                    <a:pt x="9477" y="6648"/>
                  </a:lnTo>
                  <a:lnTo>
                    <a:pt x="9452" y="6688"/>
                  </a:lnTo>
                  <a:lnTo>
                    <a:pt x="9425" y="6729"/>
                  </a:lnTo>
                  <a:lnTo>
                    <a:pt x="9399" y="6769"/>
                  </a:lnTo>
                  <a:lnTo>
                    <a:pt x="9370" y="6807"/>
                  </a:lnTo>
                  <a:lnTo>
                    <a:pt x="9341" y="6846"/>
                  </a:lnTo>
                  <a:lnTo>
                    <a:pt x="9311" y="6882"/>
                  </a:lnTo>
                  <a:lnTo>
                    <a:pt x="9280" y="6920"/>
                  </a:lnTo>
                  <a:lnTo>
                    <a:pt x="9248" y="6956"/>
                  </a:lnTo>
                  <a:lnTo>
                    <a:pt x="9215" y="6992"/>
                  </a:lnTo>
                  <a:lnTo>
                    <a:pt x="9181" y="7027"/>
                  </a:lnTo>
                  <a:lnTo>
                    <a:pt x="9181" y="7027"/>
                  </a:lnTo>
                  <a:lnTo>
                    <a:pt x="9161" y="7048"/>
                  </a:lnTo>
                  <a:lnTo>
                    <a:pt x="9141" y="7070"/>
                  </a:lnTo>
                  <a:lnTo>
                    <a:pt x="9123" y="7094"/>
                  </a:lnTo>
                  <a:lnTo>
                    <a:pt x="9107" y="7116"/>
                  </a:lnTo>
                  <a:lnTo>
                    <a:pt x="9092" y="7142"/>
                  </a:lnTo>
                  <a:lnTo>
                    <a:pt x="9078" y="7165"/>
                  </a:lnTo>
                  <a:lnTo>
                    <a:pt x="9065" y="7191"/>
                  </a:lnTo>
                  <a:lnTo>
                    <a:pt x="9054" y="7217"/>
                  </a:lnTo>
                  <a:lnTo>
                    <a:pt x="9044" y="7244"/>
                  </a:lnTo>
                  <a:lnTo>
                    <a:pt x="9036" y="7270"/>
                  </a:lnTo>
                  <a:lnTo>
                    <a:pt x="9029" y="7296"/>
                  </a:lnTo>
                  <a:lnTo>
                    <a:pt x="9022" y="7324"/>
                  </a:lnTo>
                  <a:lnTo>
                    <a:pt x="9017" y="7351"/>
                  </a:lnTo>
                  <a:lnTo>
                    <a:pt x="9015" y="7378"/>
                  </a:lnTo>
                  <a:lnTo>
                    <a:pt x="9012" y="7406"/>
                  </a:lnTo>
                  <a:lnTo>
                    <a:pt x="9012" y="7434"/>
                  </a:lnTo>
                  <a:lnTo>
                    <a:pt x="9012" y="7461"/>
                  </a:lnTo>
                  <a:lnTo>
                    <a:pt x="9015" y="7489"/>
                  </a:lnTo>
                  <a:lnTo>
                    <a:pt x="9017" y="7517"/>
                  </a:lnTo>
                  <a:lnTo>
                    <a:pt x="9022" y="7544"/>
                  </a:lnTo>
                  <a:lnTo>
                    <a:pt x="9029" y="7571"/>
                  </a:lnTo>
                  <a:lnTo>
                    <a:pt x="9035" y="7597"/>
                  </a:lnTo>
                  <a:lnTo>
                    <a:pt x="9044" y="7625"/>
                  </a:lnTo>
                  <a:lnTo>
                    <a:pt x="9054" y="7650"/>
                  </a:lnTo>
                  <a:lnTo>
                    <a:pt x="9065" y="7677"/>
                  </a:lnTo>
                  <a:lnTo>
                    <a:pt x="9078" y="7702"/>
                  </a:lnTo>
                  <a:lnTo>
                    <a:pt x="9092" y="7727"/>
                  </a:lnTo>
                  <a:lnTo>
                    <a:pt x="9107" y="7751"/>
                  </a:lnTo>
                  <a:lnTo>
                    <a:pt x="9123" y="7775"/>
                  </a:lnTo>
                  <a:lnTo>
                    <a:pt x="9141" y="7798"/>
                  </a:lnTo>
                  <a:lnTo>
                    <a:pt x="9160" y="7820"/>
                  </a:lnTo>
                  <a:lnTo>
                    <a:pt x="9181" y="7842"/>
                  </a:lnTo>
                  <a:lnTo>
                    <a:pt x="9181" y="7842"/>
                  </a:lnTo>
                  <a:lnTo>
                    <a:pt x="9202" y="7862"/>
                  </a:lnTo>
                  <a:lnTo>
                    <a:pt x="9224" y="7881"/>
                  </a:lnTo>
                  <a:lnTo>
                    <a:pt x="9248" y="7898"/>
                  </a:lnTo>
                  <a:lnTo>
                    <a:pt x="9270" y="7915"/>
                  </a:lnTo>
                  <a:lnTo>
                    <a:pt x="9296" y="7930"/>
                  </a:lnTo>
                  <a:lnTo>
                    <a:pt x="9319" y="7944"/>
                  </a:lnTo>
                  <a:lnTo>
                    <a:pt x="9346" y="7956"/>
                  </a:lnTo>
                  <a:lnTo>
                    <a:pt x="9371" y="7968"/>
                  </a:lnTo>
                  <a:lnTo>
                    <a:pt x="9398" y="7978"/>
                  </a:lnTo>
                  <a:lnTo>
                    <a:pt x="9424" y="7986"/>
                  </a:lnTo>
                  <a:lnTo>
                    <a:pt x="9450" y="7994"/>
                  </a:lnTo>
                  <a:lnTo>
                    <a:pt x="9478" y="7999"/>
                  </a:lnTo>
                  <a:lnTo>
                    <a:pt x="9506" y="8004"/>
                  </a:lnTo>
                  <a:lnTo>
                    <a:pt x="9532" y="8008"/>
                  </a:lnTo>
                  <a:lnTo>
                    <a:pt x="9560" y="8009"/>
                  </a:lnTo>
                  <a:lnTo>
                    <a:pt x="9588" y="8010"/>
                  </a:lnTo>
                  <a:lnTo>
                    <a:pt x="9588" y="8010"/>
                  </a:lnTo>
                  <a:lnTo>
                    <a:pt x="9615" y="8009"/>
                  </a:lnTo>
                  <a:lnTo>
                    <a:pt x="9643" y="8008"/>
                  </a:lnTo>
                  <a:lnTo>
                    <a:pt x="9671" y="8004"/>
                  </a:lnTo>
                  <a:lnTo>
                    <a:pt x="9698" y="7999"/>
                  </a:lnTo>
                  <a:lnTo>
                    <a:pt x="9725" y="7994"/>
                  </a:lnTo>
                  <a:lnTo>
                    <a:pt x="9753" y="7986"/>
                  </a:lnTo>
                  <a:lnTo>
                    <a:pt x="9779" y="7978"/>
                  </a:lnTo>
                  <a:lnTo>
                    <a:pt x="9804" y="7968"/>
                  </a:lnTo>
                  <a:lnTo>
                    <a:pt x="9831" y="7956"/>
                  </a:lnTo>
                  <a:lnTo>
                    <a:pt x="9856" y="7944"/>
                  </a:lnTo>
                  <a:lnTo>
                    <a:pt x="9881" y="7930"/>
                  </a:lnTo>
                  <a:lnTo>
                    <a:pt x="9905" y="7915"/>
                  </a:lnTo>
                  <a:lnTo>
                    <a:pt x="9929" y="7898"/>
                  </a:lnTo>
                  <a:lnTo>
                    <a:pt x="9952" y="7881"/>
                  </a:lnTo>
                  <a:lnTo>
                    <a:pt x="9974" y="7862"/>
                  </a:lnTo>
                  <a:lnTo>
                    <a:pt x="9996" y="7842"/>
                  </a:lnTo>
                  <a:lnTo>
                    <a:pt x="9996" y="7842"/>
                  </a:lnTo>
                  <a:lnTo>
                    <a:pt x="10050" y="7786"/>
                  </a:lnTo>
                  <a:lnTo>
                    <a:pt x="10103" y="7730"/>
                  </a:lnTo>
                  <a:lnTo>
                    <a:pt x="10153" y="7672"/>
                  </a:lnTo>
                  <a:lnTo>
                    <a:pt x="10202" y="7612"/>
                  </a:lnTo>
                  <a:lnTo>
                    <a:pt x="10251" y="7553"/>
                  </a:lnTo>
                  <a:lnTo>
                    <a:pt x="10297" y="7493"/>
                  </a:lnTo>
                  <a:lnTo>
                    <a:pt x="10342" y="7431"/>
                  </a:lnTo>
                  <a:lnTo>
                    <a:pt x="10385" y="7368"/>
                  </a:lnTo>
                  <a:lnTo>
                    <a:pt x="10426" y="7304"/>
                  </a:lnTo>
                  <a:lnTo>
                    <a:pt x="10465" y="7240"/>
                  </a:lnTo>
                  <a:lnTo>
                    <a:pt x="10504" y="7174"/>
                  </a:lnTo>
                  <a:lnTo>
                    <a:pt x="10541" y="7109"/>
                  </a:lnTo>
                  <a:lnTo>
                    <a:pt x="10575" y="7041"/>
                  </a:lnTo>
                  <a:lnTo>
                    <a:pt x="10609" y="6973"/>
                  </a:lnTo>
                  <a:lnTo>
                    <a:pt x="10640" y="6905"/>
                  </a:lnTo>
                  <a:lnTo>
                    <a:pt x="10669" y="6836"/>
                  </a:lnTo>
                  <a:lnTo>
                    <a:pt x="10698" y="6765"/>
                  </a:lnTo>
                  <a:lnTo>
                    <a:pt x="10724" y="6695"/>
                  </a:lnTo>
                  <a:lnTo>
                    <a:pt x="10749" y="6623"/>
                  </a:lnTo>
                  <a:lnTo>
                    <a:pt x="10771" y="6551"/>
                  </a:lnTo>
                  <a:lnTo>
                    <a:pt x="10793" y="6479"/>
                  </a:lnTo>
                  <a:lnTo>
                    <a:pt x="10812" y="6405"/>
                  </a:lnTo>
                  <a:lnTo>
                    <a:pt x="10829" y="6332"/>
                  </a:lnTo>
                  <a:lnTo>
                    <a:pt x="10844" y="6258"/>
                  </a:lnTo>
                  <a:lnTo>
                    <a:pt x="10858" y="6183"/>
                  </a:lnTo>
                  <a:lnTo>
                    <a:pt x="10871" y="6108"/>
                  </a:lnTo>
                  <a:lnTo>
                    <a:pt x="10881" y="6032"/>
                  </a:lnTo>
                  <a:lnTo>
                    <a:pt x="10890" y="5955"/>
                  </a:lnTo>
                  <a:lnTo>
                    <a:pt x="10896" y="5879"/>
                  </a:lnTo>
                  <a:lnTo>
                    <a:pt x="10901" y="5802"/>
                  </a:lnTo>
                  <a:lnTo>
                    <a:pt x="10904" y="5725"/>
                  </a:lnTo>
                  <a:lnTo>
                    <a:pt x="10905" y="5647"/>
                  </a:lnTo>
                  <a:lnTo>
                    <a:pt x="10905" y="5647"/>
                  </a:lnTo>
                  <a:lnTo>
                    <a:pt x="10904" y="5570"/>
                  </a:lnTo>
                  <a:lnTo>
                    <a:pt x="10901" y="5492"/>
                  </a:lnTo>
                  <a:lnTo>
                    <a:pt x="10896" y="5415"/>
                  </a:lnTo>
                  <a:lnTo>
                    <a:pt x="10890" y="5340"/>
                  </a:lnTo>
                  <a:lnTo>
                    <a:pt x="10881" y="5263"/>
                  </a:lnTo>
                  <a:lnTo>
                    <a:pt x="10871" y="5187"/>
                  </a:lnTo>
                  <a:lnTo>
                    <a:pt x="10858" y="5112"/>
                  </a:lnTo>
                  <a:lnTo>
                    <a:pt x="10844" y="5038"/>
                  </a:lnTo>
                  <a:lnTo>
                    <a:pt x="10829" y="4963"/>
                  </a:lnTo>
                  <a:lnTo>
                    <a:pt x="10812" y="4889"/>
                  </a:lnTo>
                  <a:lnTo>
                    <a:pt x="10793" y="4816"/>
                  </a:lnTo>
                  <a:lnTo>
                    <a:pt x="10771" y="4743"/>
                  </a:lnTo>
                  <a:lnTo>
                    <a:pt x="10749" y="4671"/>
                  </a:lnTo>
                  <a:lnTo>
                    <a:pt x="10724" y="4601"/>
                  </a:lnTo>
                  <a:lnTo>
                    <a:pt x="10698" y="4529"/>
                  </a:lnTo>
                  <a:lnTo>
                    <a:pt x="10669" y="4460"/>
                  </a:lnTo>
                  <a:lnTo>
                    <a:pt x="10640" y="4390"/>
                  </a:lnTo>
                  <a:lnTo>
                    <a:pt x="10609" y="4321"/>
                  </a:lnTo>
                  <a:lnTo>
                    <a:pt x="10575" y="4253"/>
                  </a:lnTo>
                  <a:lnTo>
                    <a:pt x="10541" y="4186"/>
                  </a:lnTo>
                  <a:lnTo>
                    <a:pt x="10504" y="4121"/>
                  </a:lnTo>
                  <a:lnTo>
                    <a:pt x="10467" y="4055"/>
                  </a:lnTo>
                  <a:lnTo>
                    <a:pt x="10426" y="3990"/>
                  </a:lnTo>
                  <a:lnTo>
                    <a:pt x="10385" y="3927"/>
                  </a:lnTo>
                  <a:lnTo>
                    <a:pt x="10342" y="3864"/>
                  </a:lnTo>
                  <a:lnTo>
                    <a:pt x="10297" y="3802"/>
                  </a:lnTo>
                  <a:lnTo>
                    <a:pt x="10251" y="3742"/>
                  </a:lnTo>
                  <a:lnTo>
                    <a:pt x="10203" y="3682"/>
                  </a:lnTo>
                  <a:lnTo>
                    <a:pt x="10153" y="3624"/>
                  </a:lnTo>
                  <a:lnTo>
                    <a:pt x="10103" y="3566"/>
                  </a:lnTo>
                  <a:lnTo>
                    <a:pt x="10050" y="3509"/>
                  </a:lnTo>
                  <a:lnTo>
                    <a:pt x="9996" y="3454"/>
                  </a:lnTo>
                  <a:lnTo>
                    <a:pt x="9996" y="3454"/>
                  </a:ln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sp>
        <p:nvSpPr>
          <p:cNvPr id="32" name="矩形 31"/>
          <p:cNvSpPr/>
          <p:nvPr/>
        </p:nvSpPr>
        <p:spPr>
          <a:xfrm>
            <a:off x="1251585" y="1123315"/>
            <a:ext cx="5370195" cy="5187315"/>
          </a:xfrm>
          <a:prstGeom prst="rect">
            <a:avLst/>
          </a:prstGeom>
        </p:spPr>
        <p:txBody>
          <a:bodyPr wrap="square">
            <a:noAutofit/>
          </a:bodyPr>
          <a:lstStyle/>
          <a:p>
            <a:pPr algn="just">
              <a:lnSpc>
                <a:spcPct val="150000"/>
              </a:lnSpc>
              <a:spcAft>
                <a:spcPts val="600"/>
              </a:spcAft>
              <a:buClr>
                <a:schemeClr val="accent2"/>
              </a:buClr>
            </a:pPr>
            <a:r>
              <a:rPr lang="zh-CN" altLang="en-US" sz="1900" dirty="0">
                <a:solidFill>
                  <a:schemeClr val="accent2"/>
                </a:solidFill>
                <a:effectLst>
                  <a:outerShdw blurRad="38100" dist="25400" dir="5400000" algn="ctr" rotWithShape="0">
                    <a:srgbClr val="6E747A">
                      <a:alpha val="43000"/>
                    </a:srgbClr>
                  </a:outerShdw>
                </a:effectLst>
                <a:latin typeface="方正清刻本悦宋简体" panose="02000000000000000000" pitchFamily="2" charset="-122"/>
                <a:ea typeface="方正清刻本悦宋简体" panose="02000000000000000000" pitchFamily="2" charset="-122"/>
                <a:cs typeface="Gen Jyuu Gothic P Normal" panose="020B0202020203020207" pitchFamily="34" charset="-128"/>
              </a:rPr>
              <a:t>伴着凉爽的秋风，新学期转眼间已经过去了将近两个月。在学校里面，构建良好人际关系是一个大学生不可或缺的能力。尤其是在相当于我们第二个家的寝室，这种能力显得更加重要。因为，寝室里的每个人都有自己热爱的东西，每个成员都有自己鲜明的特点。他们来自于不同的地区和家庭，拥有着不同的地方文化背景，加上个人的生活习惯、兴趣爱好、性格等方面的不同，有互补也可能有摩擦。因此寝室文化在内部成员文化背景上的显著特征便是它的相融协和性。一间小小的寝室串联起四个人的情谊，丰富着关于大学的记忆。</a:t>
            </a:r>
            <a:endParaRPr lang="zh-CN" altLang="en-US" sz="1900" dirty="0">
              <a:solidFill>
                <a:schemeClr val="accent2"/>
              </a:solidFill>
              <a:effectLst>
                <a:outerShdw blurRad="38100" dist="25400" dir="5400000" algn="ctr" rotWithShape="0">
                  <a:srgbClr val="6E747A">
                    <a:alpha val="43000"/>
                  </a:srgbClr>
                </a:outerShdw>
              </a:effectLst>
              <a:latin typeface="方正清刻本悦宋简体" panose="02000000000000000000" pitchFamily="2" charset="-122"/>
              <a:ea typeface="方正清刻本悦宋简体" panose="02000000000000000000" pitchFamily="2" charset="-122"/>
              <a:cs typeface="Gen Jyuu Gothic P Normal" panose="020B0202020203020207" pitchFamily="34" charset="-128"/>
            </a:endParaRPr>
          </a:p>
        </p:txBody>
      </p:sp>
      <p:sp>
        <p:nvSpPr>
          <p:cNvPr id="39" name="矩形 38"/>
          <p:cNvSpPr/>
          <p:nvPr/>
        </p:nvSpPr>
        <p:spPr>
          <a:xfrm>
            <a:off x="6485069" y="4531701"/>
            <a:ext cx="5032191" cy="1438471"/>
          </a:xfrm>
          <a:prstGeom prst="rect">
            <a:avLst/>
          </a:prstGeom>
        </p:spPr>
        <p:txBody>
          <a:bodyPr wrap="square">
            <a:spAutoFit/>
          </a:bodyPr>
          <a:lstStyle/>
          <a:p>
            <a:pPr algn="just">
              <a:lnSpc>
                <a:spcPct val="150000"/>
              </a:lnSpc>
              <a:spcAft>
                <a:spcPts val="600"/>
              </a:spcAft>
              <a:buClr>
                <a:schemeClr val="accent2"/>
              </a:buClr>
            </a:pPr>
            <a:r>
              <a:rPr lang="zh-CN" altLang="en-US" sz="1600" dirty="0">
                <a:solidFill>
                  <a:schemeClr val="bg1"/>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rPr>
              <a:t>标题</a:t>
            </a:r>
            <a:endParaRPr lang="en-US" altLang="zh-CN" sz="1600" dirty="0">
              <a:solidFill>
                <a:schemeClr val="bg1"/>
              </a:solidFill>
              <a:latin typeface="方正清刻本悦宋简体" panose="02000000000000000000" pitchFamily="2" charset="-122"/>
              <a:ea typeface="方正清刻本悦宋简体" panose="02000000000000000000" pitchFamily="2" charset="-122"/>
              <a:cs typeface="Gen Jyuu Gothic P Normal" panose="020B0202020203020207" pitchFamily="34" charset="-128"/>
            </a:endParaRPr>
          </a:p>
          <a:p>
            <a:pPr>
              <a:lnSpc>
                <a:spcPct val="150000"/>
              </a:lnSpc>
            </a:pPr>
            <a:r>
              <a:rPr lang="zh-CN" altLang="en-US" sz="1000" dirty="0">
                <a:solidFill>
                  <a:schemeClr val="bg1"/>
                </a:solidFill>
              </a:rPr>
              <a:t>Because this text with “Ipsum Lorem” start, and often used in the title of the test, so generally referred to as Ipsum Lorem。Because this text with “Ipsum Lorem” start, and often used in the title of the test, so generally referred to as Ipsum Lorem。</a:t>
            </a:r>
            <a:endParaRPr lang="zh-CN" altLang="en-US" sz="1000" dirty="0">
              <a:solidFill>
                <a:schemeClr val="bg1"/>
              </a:solidFill>
            </a:endParaRPr>
          </a:p>
          <a:p>
            <a:pPr>
              <a:lnSpc>
                <a:spcPct val="150000"/>
              </a:lnSpc>
            </a:pPr>
            <a:endParaRPr lang="zh-CN" altLang="en-US" sz="1000" dirty="0">
              <a:solidFill>
                <a:schemeClr val="bg1"/>
              </a:solidFill>
            </a:endParaRPr>
          </a:p>
        </p:txBody>
      </p:sp>
      <p:sp>
        <p:nvSpPr>
          <p:cNvPr id="41" name="文本框 40"/>
          <p:cNvSpPr txBox="1"/>
          <p:nvPr/>
        </p:nvSpPr>
        <p:spPr>
          <a:xfrm>
            <a:off x="552790" y="457262"/>
            <a:ext cx="11104200" cy="706755"/>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7195">
                <a:solidFill>
                  <a:schemeClr val="tx1">
                    <a:lumMod val="75000"/>
                    <a:lumOff val="25000"/>
                  </a:schemeClr>
                </a:solidFill>
                <a:latin typeface="Arial" panose="020B0604020202020204" pitchFamily="34" charset="0"/>
                <a:ea typeface="微软雅黑" panose="020B0503020204020204" pitchFamily="34" charset="-122"/>
                <a:cs typeface="+mn-ea"/>
              </a:defRPr>
            </a:lvl1pPr>
          </a:lstStyle>
          <a:p>
            <a:pPr marL="0" marR="0" lvl="0" indent="0" algn="ctr" defTabSz="825500" eaLnBrk="1" fontAlgn="auto" latinLnBrk="0" hangingPunct="0">
              <a:lnSpc>
                <a:spcPct val="100000"/>
              </a:lnSpc>
              <a:spcBef>
                <a:spcPts val="0"/>
              </a:spcBef>
              <a:spcAft>
                <a:spcPts val="0"/>
              </a:spcAft>
              <a:buClrTx/>
              <a:buSzTx/>
              <a:buFontTx/>
              <a:buNone/>
              <a:defRPr/>
            </a:pPr>
            <a:r>
              <a:rPr lang="zh-CN" altLang="en-US" sz="20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sym typeface="+mn-ea"/>
              </a:rPr>
              <a:t>班会主题概述</a:t>
            </a:r>
            <a:endParaRPr lang="zh-CN" altLang="en-US" sz="20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endParaRPr>
          </a:p>
          <a:p>
            <a:pPr marL="0" marR="0" lvl="0" indent="0" algn="ctr" defTabSz="825500" eaLnBrk="1" fontAlgn="auto" latinLnBrk="0" hangingPunct="0">
              <a:lnSpc>
                <a:spcPct val="100000"/>
              </a:lnSpc>
              <a:spcBef>
                <a:spcPts val="0"/>
              </a:spcBef>
              <a:spcAft>
                <a:spcPts val="0"/>
              </a:spcAft>
              <a:buClrTx/>
              <a:buSzTx/>
              <a:buFontTx/>
              <a:buNone/>
              <a:defRPr/>
            </a:pPr>
            <a:endParaRPr kumimoji="0" lang="zh-CN" altLang="en-US" sz="2000" i="0" u="none" strike="noStrike" kern="0" cap="none" spc="0" normalizeH="0" baseline="0" noProof="0" dirty="0">
              <a:ln>
                <a:noFill/>
              </a:ln>
              <a:solidFill>
                <a:srgbClr val="333F50"/>
              </a:solidFill>
              <a:effectLst/>
              <a:uLnTx/>
              <a:uFillTx/>
              <a:latin typeface="方正清刻本悦宋简体" panose="02000000000000000000" pitchFamily="2" charset="-122"/>
              <a:ea typeface="方正清刻本悦宋简体" panose="02000000000000000000" pitchFamily="2" charset="-122"/>
              <a:sym typeface="Arial" panose="020B0604020202020204" pitchFamily="34" charset="0"/>
            </a:endParaRPr>
          </a:p>
        </p:txBody>
      </p:sp>
      <p:grpSp>
        <p:nvGrpSpPr>
          <p:cNvPr id="42" name="Group 276"/>
          <p:cNvGrpSpPr/>
          <p:nvPr/>
        </p:nvGrpSpPr>
        <p:grpSpPr>
          <a:xfrm>
            <a:off x="5219029" y="913869"/>
            <a:ext cx="1771461" cy="82267"/>
            <a:chOff x="5071484" y="4559432"/>
            <a:chExt cx="1599308" cy="74272"/>
          </a:xfrm>
        </p:grpSpPr>
        <p:sp>
          <p:nvSpPr>
            <p:cNvPr id="43" name="Oval 268"/>
            <p:cNvSpPr/>
            <p:nvPr/>
          </p:nvSpPr>
          <p:spPr>
            <a:xfrm>
              <a:off x="5834002" y="4559432"/>
              <a:ext cx="74272" cy="74272"/>
            </a:xfrm>
            <a:prstGeom prst="ellipse">
              <a:avLst/>
            </a:prstGeom>
            <a:noFill/>
            <a:ln w="12700" cap="flat" cmpd="sng" algn="ctr">
              <a:solidFill>
                <a:srgbClr val="53585F">
                  <a:lumMod val="40000"/>
                  <a:lumOff val="60000"/>
                </a:srgbClr>
              </a:solidFill>
              <a:prstDash val="solid"/>
            </a:ln>
            <a:effectLst/>
          </p:spPr>
          <p:txBody>
            <a:bodyPr rtlCol="0" anchor="ctr"/>
            <a:lstStyle/>
            <a:p>
              <a:pPr marL="0" marR="0" lvl="0" indent="0" algn="ctr" defTabSz="1828165" eaLnBrk="1" fontAlgn="auto" latinLnBrk="0" hangingPunct="0">
                <a:lnSpc>
                  <a:spcPct val="100000"/>
                </a:lnSpc>
                <a:spcBef>
                  <a:spcPts val="0"/>
                </a:spcBef>
                <a:spcAft>
                  <a:spcPts val="0"/>
                </a:spcAft>
                <a:buClrTx/>
                <a:buSzTx/>
                <a:buFontTx/>
                <a:buNone/>
                <a:defRPr/>
              </a:pPr>
              <a:endParaRPr kumimoji="0" lang="id-ID" sz="270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4" name="Group 275"/>
            <p:cNvGrpSpPr/>
            <p:nvPr/>
          </p:nvGrpSpPr>
          <p:grpSpPr>
            <a:xfrm>
              <a:off x="5071484" y="4596568"/>
              <a:ext cx="1599308" cy="0"/>
              <a:chOff x="5071484" y="4596568"/>
              <a:chExt cx="1599308" cy="0"/>
            </a:xfrm>
          </p:grpSpPr>
          <p:cxnSp>
            <p:nvCxnSpPr>
              <p:cNvPr id="45" name="Straight Connector 265"/>
              <p:cNvCxnSpPr>
                <a:endCxn id="43" idx="2"/>
              </p:cNvCxnSpPr>
              <p:nvPr/>
            </p:nvCxnSpPr>
            <p:spPr>
              <a:xfrm>
                <a:off x="5071484" y="4596568"/>
                <a:ext cx="762518" cy="0"/>
              </a:xfrm>
              <a:prstGeom prst="line">
                <a:avLst/>
              </a:prstGeom>
              <a:noFill/>
              <a:ln w="12700" cap="flat" cmpd="sng" algn="ctr">
                <a:solidFill>
                  <a:srgbClr val="53585F">
                    <a:lumMod val="40000"/>
                    <a:lumOff val="60000"/>
                  </a:srgbClr>
                </a:solidFill>
                <a:prstDash val="solid"/>
              </a:ln>
              <a:effectLst/>
            </p:spPr>
          </p:cxnSp>
          <p:cxnSp>
            <p:nvCxnSpPr>
              <p:cNvPr id="46" name="Straight Connector 274"/>
              <p:cNvCxnSpPr/>
              <p:nvPr/>
            </p:nvCxnSpPr>
            <p:spPr>
              <a:xfrm>
                <a:off x="5906886" y="4596568"/>
                <a:ext cx="763906" cy="0"/>
              </a:xfrm>
              <a:prstGeom prst="line">
                <a:avLst/>
              </a:prstGeom>
              <a:noFill/>
              <a:ln w="12700" cap="flat" cmpd="sng" algn="ctr">
                <a:solidFill>
                  <a:srgbClr val="53585F">
                    <a:lumMod val="40000"/>
                    <a:lumOff val="60000"/>
                  </a:srgbClr>
                </a:solidFill>
                <a:prstDash val="solid"/>
              </a:ln>
              <a:effectLst/>
            </p:spPr>
          </p:cxnSp>
        </p:grpSp>
      </p:grpSp>
      <p:sp>
        <p:nvSpPr>
          <p:cNvPr id="47" name="矩形 46"/>
          <p:cNvSpPr/>
          <p:nvPr/>
        </p:nvSpPr>
        <p:spPr>
          <a:xfrm>
            <a:off x="6060142" y="0"/>
            <a:ext cx="62753" cy="26593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3F50"/>
              </a:solidFill>
            </a:endParaRPr>
          </a:p>
        </p:txBody>
      </p:sp>
      <p:pic>
        <p:nvPicPr>
          <p:cNvPr id="3" name="图片 2"/>
          <p:cNvPicPr>
            <a:picLocks noChangeAspect="1"/>
          </p:cNvPicPr>
          <p:nvPr/>
        </p:nvPicPr>
        <p:blipFill>
          <a:blip r:embed="rId1"/>
          <a:stretch>
            <a:fillRect/>
          </a:stretch>
        </p:blipFill>
        <p:spPr>
          <a:xfrm>
            <a:off x="6853555" y="1924050"/>
            <a:ext cx="4514850" cy="30099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 calcmode="lin" valueType="num">
                                      <p:cBhvr>
                                        <p:cTn id="9" dur="500" fill="hold"/>
                                        <p:tgtEl>
                                          <p:spTgt spid="29"/>
                                        </p:tgtEl>
                                        <p:attrNameLst>
                                          <p:attrName>style.rotation</p:attrName>
                                        </p:attrNameLst>
                                      </p:cBhvr>
                                      <p:tavLst>
                                        <p:tav tm="0">
                                          <p:val>
                                            <p:fltVal val="360"/>
                                          </p:val>
                                        </p:tav>
                                        <p:tav tm="100000">
                                          <p:val>
                                            <p:fltVal val="0"/>
                                          </p:val>
                                        </p:tav>
                                      </p:tavLst>
                                    </p:anim>
                                    <p:animEffect transition="in" filter="fade">
                                      <p:cBhvr>
                                        <p:cTn id="10" dur="500"/>
                                        <p:tgtEl>
                                          <p:spTgt spid="29"/>
                                        </p:tgtEl>
                                      </p:cBhvr>
                                    </p:animEffect>
                                  </p:childTnLst>
                                </p:cTn>
                              </p:par>
                              <p:par>
                                <p:cTn id="11" presetID="2" presetClass="entr" presetSubtype="2" fill="hold" grpId="0" nodeType="withEffect">
                                  <p:stCondLst>
                                    <p:cond delay="500"/>
                                  </p:stCondLst>
                                  <p:childTnLst>
                                    <p:set>
                                      <p:cBhvr>
                                        <p:cTn id="12" dur="1" fill="hold">
                                          <p:stCondLst>
                                            <p:cond delay="0"/>
                                          </p:stCondLst>
                                        </p:cTn>
                                        <p:tgtEl>
                                          <p:spTgt spid="32"/>
                                        </p:tgtEl>
                                        <p:attrNameLst>
                                          <p:attrName>style.visibility</p:attrName>
                                        </p:attrNameLst>
                                      </p:cBhvr>
                                      <p:to>
                                        <p:strVal val="visible"/>
                                      </p:to>
                                    </p:set>
                                    <p:anim calcmode="lin" valueType="num">
                                      <p:cBhvr additive="base">
                                        <p:cTn id="13" dur="500" fill="hold"/>
                                        <p:tgtEl>
                                          <p:spTgt spid="32"/>
                                        </p:tgtEl>
                                        <p:attrNameLst>
                                          <p:attrName>ppt_x</p:attrName>
                                        </p:attrNameLst>
                                      </p:cBhvr>
                                      <p:tavLst>
                                        <p:tav tm="0">
                                          <p:val>
                                            <p:strVal val="1+#ppt_w/2"/>
                                          </p:val>
                                        </p:tav>
                                        <p:tav tm="100000">
                                          <p:val>
                                            <p:strVal val="#ppt_x"/>
                                          </p:val>
                                        </p:tav>
                                      </p:tavLst>
                                    </p:anim>
                                    <p:anim calcmode="lin" valueType="num">
                                      <p:cBhvr additive="base">
                                        <p:cTn id="14" dur="500" fill="hold"/>
                                        <p:tgtEl>
                                          <p:spTgt spid="32"/>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500"/>
                                  </p:stCondLst>
                                  <p:childTnLst>
                                    <p:set>
                                      <p:cBhvr>
                                        <p:cTn id="16" dur="1" fill="hold">
                                          <p:stCondLst>
                                            <p:cond delay="0"/>
                                          </p:stCondLst>
                                        </p:cTn>
                                        <p:tgtEl>
                                          <p:spTgt spid="39"/>
                                        </p:tgtEl>
                                        <p:attrNameLst>
                                          <p:attrName>style.visibility</p:attrName>
                                        </p:attrNameLst>
                                      </p:cBhvr>
                                      <p:to>
                                        <p:strVal val="visible"/>
                                      </p:to>
                                    </p:set>
                                    <p:anim calcmode="lin" valueType="num">
                                      <p:cBhvr additive="base">
                                        <p:cTn id="17" dur="500" fill="hold"/>
                                        <p:tgtEl>
                                          <p:spTgt spid="39"/>
                                        </p:tgtEl>
                                        <p:attrNameLst>
                                          <p:attrName>ppt_x</p:attrName>
                                        </p:attrNameLst>
                                      </p:cBhvr>
                                      <p:tavLst>
                                        <p:tav tm="0">
                                          <p:val>
                                            <p:strVal val="1+#ppt_w/2"/>
                                          </p:val>
                                        </p:tav>
                                        <p:tav tm="100000">
                                          <p:val>
                                            <p:strVal val="#ppt_x"/>
                                          </p:val>
                                        </p:tav>
                                      </p:tavLst>
                                    </p:anim>
                                    <p:anim calcmode="lin" valueType="num">
                                      <p:cBhvr additive="base">
                                        <p:cTn id="18" dur="500" fill="hold"/>
                                        <p:tgtEl>
                                          <p:spTgt spid="39"/>
                                        </p:tgtEl>
                                        <p:attrNameLst>
                                          <p:attrName>ppt_y</p:attrName>
                                        </p:attrNameLst>
                                      </p:cBhvr>
                                      <p:tavLst>
                                        <p:tav tm="0">
                                          <p:val>
                                            <p:strVal val="#ppt_y"/>
                                          </p:val>
                                        </p:tav>
                                        <p:tav tm="100000">
                                          <p:val>
                                            <p:strVal val="#ppt_y"/>
                                          </p:val>
                                        </p:tav>
                                      </p:tavLst>
                                    </p:anim>
                                  </p:childTnLst>
                                </p:cTn>
                              </p:par>
                              <p:par>
                                <p:cTn id="19" presetID="22" presetClass="entr" presetSubtype="8"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left)">
                                      <p:cBhvr>
                                        <p:cTn id="2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293080" y="2390083"/>
            <a:ext cx="5605840" cy="829945"/>
          </a:xfrm>
          <a:prstGeom prst="rect">
            <a:avLst/>
          </a:prstGeom>
          <a:noFill/>
        </p:spPr>
        <p:txBody>
          <a:bodyPr wrap="square" rtlCol="0">
            <a:spAutoFit/>
          </a:bodyPr>
          <a:lstStyle/>
          <a:p>
            <a:pPr algn="ctr"/>
            <a:r>
              <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rPr>
              <a:t>寝室文化</a:t>
            </a:r>
            <a:r>
              <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rPr>
              <a:t>现状</a:t>
            </a:r>
            <a:endPar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endParaRPr>
          </a:p>
        </p:txBody>
      </p:sp>
      <p:sp>
        <p:nvSpPr>
          <p:cNvPr id="12" name="任意多边形: 形状 11"/>
          <p:cNvSpPr/>
          <p:nvPr/>
        </p:nvSpPr>
        <p:spPr>
          <a:xfrm>
            <a:off x="4984044" y="4005910"/>
            <a:ext cx="7207956" cy="2852091"/>
          </a:xfrm>
          <a:custGeom>
            <a:avLst/>
            <a:gdLst>
              <a:gd name="connsiteX0" fmla="*/ 1591734 w 7207956"/>
              <a:gd name="connsiteY0" fmla="*/ 0 h 2852091"/>
              <a:gd name="connsiteX1" fmla="*/ 7207956 w 7207956"/>
              <a:gd name="connsiteY1" fmla="*/ 0 h 2852091"/>
              <a:gd name="connsiteX2" fmla="*/ 7207956 w 7207956"/>
              <a:gd name="connsiteY2" fmla="*/ 2852091 h 2852091"/>
              <a:gd name="connsiteX3" fmla="*/ 620406 w 7207956"/>
              <a:gd name="connsiteY3" fmla="*/ 2852091 h 2852091"/>
              <a:gd name="connsiteX4" fmla="*/ 521489 w 7207956"/>
              <a:gd name="connsiteY4" fmla="*/ 2769964 h 2852091"/>
              <a:gd name="connsiteX5" fmla="*/ 8218 w 7207956"/>
              <a:gd name="connsiteY5" fmla="*/ 1754479 h 2852091"/>
              <a:gd name="connsiteX6" fmla="*/ 0 w 7207956"/>
              <a:gd name="connsiteY6" fmla="*/ 1591734 h 2852091"/>
              <a:gd name="connsiteX7" fmla="*/ 8218 w 7207956"/>
              <a:gd name="connsiteY7" fmla="*/ 1428989 h 2852091"/>
              <a:gd name="connsiteX8" fmla="*/ 1591734 w 7207956"/>
              <a:gd name="connsiteY8" fmla="*/ 0 h 2852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7956" h="2852091">
                <a:moveTo>
                  <a:pt x="1591734" y="0"/>
                </a:moveTo>
                <a:lnTo>
                  <a:pt x="7207956" y="0"/>
                </a:lnTo>
                <a:lnTo>
                  <a:pt x="7207956" y="2852091"/>
                </a:lnTo>
                <a:lnTo>
                  <a:pt x="620406" y="2852091"/>
                </a:lnTo>
                <a:lnTo>
                  <a:pt x="521489" y="2769964"/>
                </a:lnTo>
                <a:cubicBezTo>
                  <a:pt x="238817" y="2513047"/>
                  <a:pt x="48975" y="2155800"/>
                  <a:pt x="8218" y="1754479"/>
                </a:cubicBezTo>
                <a:lnTo>
                  <a:pt x="0" y="1591734"/>
                </a:lnTo>
                <a:lnTo>
                  <a:pt x="8218" y="1428989"/>
                </a:lnTo>
                <a:cubicBezTo>
                  <a:pt x="89731" y="626348"/>
                  <a:pt x="767587" y="0"/>
                  <a:pt x="1591734"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nvSpPr>
        <p:spPr>
          <a:xfrm>
            <a:off x="-10996" y="4522562"/>
            <a:ext cx="6578655" cy="2343730"/>
          </a:xfrm>
          <a:custGeom>
            <a:avLst/>
            <a:gdLst>
              <a:gd name="connsiteX0" fmla="*/ 0 w 6578655"/>
              <a:gd name="connsiteY0" fmla="*/ 0 h 2343730"/>
              <a:gd name="connsiteX1" fmla="*/ 4986922 w 6578655"/>
              <a:gd name="connsiteY1" fmla="*/ 0 h 2343730"/>
              <a:gd name="connsiteX2" fmla="*/ 6578655 w 6578655"/>
              <a:gd name="connsiteY2" fmla="*/ 1591734 h 2343730"/>
              <a:gd name="connsiteX3" fmla="*/ 6578654 w 6578655"/>
              <a:gd name="connsiteY3" fmla="*/ 1591734 h 2343730"/>
              <a:gd name="connsiteX4" fmla="*/ 6453568 w 6578655"/>
              <a:gd name="connsiteY4" fmla="*/ 2211309 h 2343730"/>
              <a:gd name="connsiteX5" fmla="*/ 6389777 w 6578655"/>
              <a:gd name="connsiteY5" fmla="*/ 2343730 h 2343730"/>
              <a:gd name="connsiteX6" fmla="*/ 0 w 6578655"/>
              <a:gd name="connsiteY6" fmla="*/ 2343730 h 234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8655" h="2343730">
                <a:moveTo>
                  <a:pt x="0" y="0"/>
                </a:moveTo>
                <a:lnTo>
                  <a:pt x="4986922" y="0"/>
                </a:lnTo>
                <a:cubicBezTo>
                  <a:pt x="5866011" y="0"/>
                  <a:pt x="6578655" y="712644"/>
                  <a:pt x="6578655" y="1591734"/>
                </a:cubicBezTo>
                <a:lnTo>
                  <a:pt x="6578654" y="1591734"/>
                </a:lnTo>
                <a:cubicBezTo>
                  <a:pt x="6578654" y="1811507"/>
                  <a:pt x="6534114" y="2020876"/>
                  <a:pt x="6453568" y="2211309"/>
                </a:cubicBezTo>
                <a:lnTo>
                  <a:pt x="6389777" y="2343730"/>
                </a:lnTo>
                <a:lnTo>
                  <a:pt x="0" y="234373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a:off x="4984044" y="5266266"/>
            <a:ext cx="7207956" cy="1591735"/>
          </a:xfrm>
          <a:custGeom>
            <a:avLst/>
            <a:gdLst>
              <a:gd name="connsiteX0" fmla="*/ 1591734 w 7207956"/>
              <a:gd name="connsiteY0" fmla="*/ 0 h 1591735"/>
              <a:gd name="connsiteX1" fmla="*/ 7207956 w 7207956"/>
              <a:gd name="connsiteY1" fmla="*/ 0 h 1591735"/>
              <a:gd name="connsiteX2" fmla="*/ 7207956 w 7207956"/>
              <a:gd name="connsiteY2" fmla="*/ 1591735 h 1591735"/>
              <a:gd name="connsiteX3" fmla="*/ 0 w 7207956"/>
              <a:gd name="connsiteY3" fmla="*/ 1591735 h 1591735"/>
              <a:gd name="connsiteX4" fmla="*/ 0 w 7207956"/>
              <a:gd name="connsiteY4" fmla="*/ 1591734 h 1591735"/>
              <a:gd name="connsiteX5" fmla="*/ 8218 w 7207956"/>
              <a:gd name="connsiteY5" fmla="*/ 1428989 h 1591735"/>
              <a:gd name="connsiteX6" fmla="*/ 1591734 w 7207956"/>
              <a:gd name="connsiteY6" fmla="*/ 0 h 159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07956" h="1591735">
                <a:moveTo>
                  <a:pt x="1591734" y="0"/>
                </a:moveTo>
                <a:lnTo>
                  <a:pt x="7207956" y="0"/>
                </a:lnTo>
                <a:lnTo>
                  <a:pt x="7207956" y="1591735"/>
                </a:lnTo>
                <a:lnTo>
                  <a:pt x="0" y="1591735"/>
                </a:lnTo>
                <a:lnTo>
                  <a:pt x="0" y="1591734"/>
                </a:lnTo>
                <a:lnTo>
                  <a:pt x="8218" y="1428989"/>
                </a:lnTo>
                <a:cubicBezTo>
                  <a:pt x="89731" y="626348"/>
                  <a:pt x="767588" y="0"/>
                  <a:pt x="1591734" y="0"/>
                </a:cubicBezTo>
                <a:close/>
              </a:path>
            </a:pathLst>
          </a:custGeom>
          <a:solidFill>
            <a:srgbClr val="E97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633108" y="541181"/>
            <a:ext cx="2926080" cy="645160"/>
          </a:xfrm>
          <a:prstGeom prst="rect">
            <a:avLst/>
          </a:prstGeom>
          <a:noFill/>
        </p:spPr>
        <p:txBody>
          <a:bodyPr wrap="none" rtlCol="0">
            <a:spAutoFit/>
          </a:bodyPr>
          <a:lstStyle/>
          <a:p>
            <a:pPr algn="l"/>
            <a:r>
              <a:rPr lang="zh-CN" altLang="en-US" sz="3600" dirty="0">
                <a:solidFill>
                  <a:srgbClr val="0070C0"/>
                </a:solidFill>
                <a:latin typeface="方正清刻本悦宋简体" panose="02000000000000000000" pitchFamily="2" charset="-122"/>
                <a:ea typeface="方正清刻本悦宋简体" panose="02000000000000000000" pitchFamily="2" charset="-122"/>
              </a:rPr>
              <a:t>寝室文化现状</a:t>
            </a:r>
            <a:endParaRPr lang="zh-CN" altLang="en-US" sz="3600" dirty="0">
              <a:solidFill>
                <a:srgbClr val="0070C0"/>
              </a:solidFill>
              <a:latin typeface="方正清刻本悦宋简体" panose="02000000000000000000" pitchFamily="2" charset="-122"/>
              <a:ea typeface="方正清刻本悦宋简体" panose="02000000000000000000" pitchFamily="2" charset="-122"/>
            </a:endParaRPr>
          </a:p>
        </p:txBody>
      </p:sp>
      <p:sp>
        <p:nvSpPr>
          <p:cNvPr id="8" name="文本框 7"/>
          <p:cNvSpPr txBox="1"/>
          <p:nvPr/>
        </p:nvSpPr>
        <p:spPr>
          <a:xfrm>
            <a:off x="6059805" y="1659890"/>
            <a:ext cx="5486400" cy="3714115"/>
          </a:xfrm>
          <a:prstGeom prst="rect">
            <a:avLst/>
          </a:prstGeom>
          <a:noFill/>
        </p:spPr>
        <p:txBody>
          <a:bodyPr wrap="square" rtlCol="0">
            <a:noAutofit/>
          </a:bodyPr>
          <a:lstStyle/>
          <a:p>
            <a:pPr algn="l"/>
            <a:r>
              <a:rPr lang="en-US" altLang="zh-CN" sz="2800" dirty="0">
                <a:solidFill>
                  <a:srgbClr val="0070C0"/>
                </a:solidFill>
                <a:latin typeface="方正清刻本悦宋简体" panose="02000000000000000000" pitchFamily="2" charset="-122"/>
                <a:ea typeface="方正清刻本悦宋简体" panose="02000000000000000000" pitchFamily="2" charset="-122"/>
              </a:rPr>
              <a:t>1</a:t>
            </a:r>
            <a:r>
              <a:rPr lang="zh-CN" altLang="en-US" sz="2800" dirty="0">
                <a:solidFill>
                  <a:srgbClr val="0070C0"/>
                </a:solidFill>
                <a:latin typeface="方正清刻本悦宋简体" panose="02000000000000000000" pitchFamily="2" charset="-122"/>
                <a:ea typeface="方正清刻本悦宋简体" panose="02000000000000000000" pitchFamily="2" charset="-122"/>
              </a:rPr>
              <a:t>、据说每一个宿舍都有一位带饭</a:t>
            </a:r>
            <a:r>
              <a:rPr lang="zh-CN" altLang="en-US" sz="2800" dirty="0">
                <a:solidFill>
                  <a:srgbClr val="0070C0"/>
                </a:solidFill>
                <a:latin typeface="方正清刻本悦宋简体" panose="02000000000000000000" pitchFamily="2" charset="-122"/>
                <a:ea typeface="方正清刻本悦宋简体" panose="02000000000000000000" pitchFamily="2" charset="-122"/>
              </a:rPr>
              <a:t>搬水的</a:t>
            </a:r>
            <a:r>
              <a:rPr lang="zh-CN" altLang="en-US" sz="2800" dirty="0">
                <a:solidFill>
                  <a:srgbClr val="0070C0"/>
                </a:solidFill>
                <a:latin typeface="方正清刻本悦宋简体" panose="02000000000000000000" pitchFamily="2" charset="-122"/>
                <a:ea typeface="方正清刻本悦宋简体" panose="02000000000000000000" pitchFamily="2" charset="-122"/>
              </a:rPr>
              <a:t>神</a:t>
            </a:r>
            <a:endParaRPr lang="zh-CN" altLang="en-US" sz="2800" dirty="0">
              <a:solidFill>
                <a:srgbClr val="0070C0"/>
              </a:solidFill>
              <a:latin typeface="方正清刻本悦宋简体" panose="02000000000000000000" pitchFamily="2" charset="-122"/>
              <a:ea typeface="方正清刻本悦宋简体" panose="02000000000000000000" pitchFamily="2" charset="-122"/>
            </a:endParaRPr>
          </a:p>
          <a:p>
            <a:pPr algn="l"/>
            <a:endParaRPr lang="en-US" altLang="zh-CN" sz="2800" dirty="0">
              <a:solidFill>
                <a:srgbClr val="0070C0"/>
              </a:solidFill>
              <a:latin typeface="方正清刻本悦宋简体" panose="02000000000000000000" pitchFamily="2" charset="-122"/>
              <a:ea typeface="方正清刻本悦宋简体" panose="02000000000000000000" pitchFamily="2" charset="-122"/>
              <a:sym typeface="+mn-ea"/>
            </a:endParaRPr>
          </a:p>
          <a:p>
            <a:pPr algn="l"/>
            <a:r>
              <a:rPr lang="en-US" altLang="zh-CN" sz="2800" dirty="0">
                <a:solidFill>
                  <a:srgbClr val="0070C0"/>
                </a:solidFill>
                <a:latin typeface="方正清刻本悦宋简体" panose="02000000000000000000" pitchFamily="2" charset="-122"/>
                <a:ea typeface="方正清刻本悦宋简体" panose="02000000000000000000" pitchFamily="2" charset="-122"/>
                <a:sym typeface="+mn-ea"/>
              </a:rPr>
              <a:t>2</a:t>
            </a:r>
            <a:r>
              <a:rPr lang="zh-CN" altLang="en-US" sz="2800" dirty="0">
                <a:solidFill>
                  <a:srgbClr val="0070C0"/>
                </a:solidFill>
                <a:latin typeface="方正清刻本悦宋简体" panose="02000000000000000000" pitchFamily="2" charset="-122"/>
                <a:ea typeface="方正清刻本悦宋简体" panose="02000000000000000000" pitchFamily="2" charset="-122"/>
                <a:sym typeface="+mn-ea"/>
              </a:rPr>
              <a:t>、据说每一个宿舍都有一位学霸</a:t>
            </a:r>
            <a:endParaRPr lang="zh-CN" altLang="en-US" sz="2800" dirty="0">
              <a:solidFill>
                <a:srgbClr val="0070C0"/>
              </a:solidFill>
              <a:latin typeface="方正清刻本悦宋简体" panose="02000000000000000000" pitchFamily="2" charset="-122"/>
              <a:ea typeface="方正清刻本悦宋简体" panose="02000000000000000000" pitchFamily="2" charset="-122"/>
              <a:sym typeface="+mn-ea"/>
            </a:endParaRPr>
          </a:p>
          <a:p>
            <a:pPr algn="l"/>
            <a:endParaRPr lang="en-US" altLang="zh-CN" sz="2800" dirty="0">
              <a:solidFill>
                <a:srgbClr val="0070C0"/>
              </a:solidFill>
              <a:latin typeface="方正清刻本悦宋简体" panose="02000000000000000000" pitchFamily="2" charset="-122"/>
              <a:ea typeface="方正清刻本悦宋简体" panose="02000000000000000000" pitchFamily="2" charset="-122"/>
              <a:sym typeface="+mn-ea"/>
            </a:endParaRPr>
          </a:p>
          <a:p>
            <a:pPr algn="l"/>
            <a:r>
              <a:rPr lang="en-US" altLang="zh-CN" sz="2800" dirty="0">
                <a:solidFill>
                  <a:srgbClr val="0070C0"/>
                </a:solidFill>
                <a:latin typeface="方正清刻本悦宋简体" panose="02000000000000000000" pitchFamily="2" charset="-122"/>
                <a:ea typeface="方正清刻本悦宋简体" panose="02000000000000000000" pitchFamily="2" charset="-122"/>
                <a:sym typeface="+mn-ea"/>
              </a:rPr>
              <a:t>3</a:t>
            </a:r>
            <a:r>
              <a:rPr lang="zh-CN" altLang="en-US" sz="2800" dirty="0">
                <a:solidFill>
                  <a:srgbClr val="0070C0"/>
                </a:solidFill>
                <a:latin typeface="方正清刻本悦宋简体" panose="02000000000000000000" pitchFamily="2" charset="-122"/>
                <a:ea typeface="方正清刻本悦宋简体" panose="02000000000000000000" pitchFamily="2" charset="-122"/>
                <a:sym typeface="+mn-ea"/>
              </a:rPr>
              <a:t>、据说每一个宿舍都有一位思想家</a:t>
            </a:r>
            <a:endParaRPr lang="zh-CN" altLang="en-US" sz="2800" dirty="0">
              <a:solidFill>
                <a:srgbClr val="0070C0"/>
              </a:solidFill>
              <a:latin typeface="方正清刻本悦宋简体" panose="02000000000000000000" pitchFamily="2" charset="-122"/>
              <a:ea typeface="方正清刻本悦宋简体" panose="02000000000000000000" pitchFamily="2" charset="-122"/>
            </a:endParaRPr>
          </a:p>
          <a:p>
            <a:endParaRPr lang="zh-CN" altLang="en-US" sz="2800" dirty="0">
              <a:solidFill>
                <a:srgbClr val="0070C0"/>
              </a:solidFill>
              <a:latin typeface="方正清刻本悦宋简体" panose="02000000000000000000" pitchFamily="2" charset="-122"/>
              <a:ea typeface="方正清刻本悦宋简体" panose="02000000000000000000" pitchFamily="2" charset="-122"/>
            </a:endParaRPr>
          </a:p>
        </p:txBody>
      </p:sp>
      <p:sp>
        <p:nvSpPr>
          <p:cNvPr id="57" name="矩形 56"/>
          <p:cNvSpPr/>
          <p:nvPr/>
        </p:nvSpPr>
        <p:spPr>
          <a:xfrm>
            <a:off x="6060142" y="0"/>
            <a:ext cx="62753" cy="26593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3F50"/>
              </a:solidFill>
            </a:endParaRPr>
          </a:p>
        </p:txBody>
      </p:sp>
      <p:pic>
        <p:nvPicPr>
          <p:cNvPr id="2" name="图片 1"/>
          <p:cNvPicPr>
            <a:picLocks noChangeAspect="1"/>
          </p:cNvPicPr>
          <p:nvPr/>
        </p:nvPicPr>
        <p:blipFill>
          <a:blip r:embed="rId1"/>
          <a:stretch>
            <a:fillRect/>
          </a:stretch>
        </p:blipFill>
        <p:spPr>
          <a:xfrm>
            <a:off x="833120" y="1774190"/>
            <a:ext cx="4800000" cy="3600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633108" y="541181"/>
            <a:ext cx="2926080" cy="645160"/>
          </a:xfrm>
          <a:prstGeom prst="rect">
            <a:avLst/>
          </a:prstGeom>
          <a:noFill/>
        </p:spPr>
        <p:txBody>
          <a:bodyPr wrap="none" rtlCol="0">
            <a:spAutoFit/>
          </a:bodyPr>
          <a:lstStyle/>
          <a:p>
            <a:pPr algn="l"/>
            <a:r>
              <a:rPr lang="zh-CN" altLang="en-US" sz="3600" dirty="0">
                <a:solidFill>
                  <a:srgbClr val="0070C0"/>
                </a:solidFill>
                <a:latin typeface="方正清刻本悦宋简体" panose="02000000000000000000" pitchFamily="2" charset="-122"/>
                <a:ea typeface="方正清刻本悦宋简体" panose="02000000000000000000" pitchFamily="2" charset="-122"/>
              </a:rPr>
              <a:t>寝室文化现状</a:t>
            </a:r>
            <a:endParaRPr lang="zh-CN" altLang="en-US" sz="3600" dirty="0">
              <a:solidFill>
                <a:srgbClr val="0070C0"/>
              </a:solidFill>
              <a:latin typeface="方正清刻本悦宋简体" panose="02000000000000000000" pitchFamily="2" charset="-122"/>
              <a:ea typeface="方正清刻本悦宋简体" panose="02000000000000000000" pitchFamily="2" charset="-122"/>
            </a:endParaRPr>
          </a:p>
        </p:txBody>
      </p:sp>
      <p:sp>
        <p:nvSpPr>
          <p:cNvPr id="8" name="文本框 7"/>
          <p:cNvSpPr txBox="1"/>
          <p:nvPr/>
        </p:nvSpPr>
        <p:spPr>
          <a:xfrm>
            <a:off x="525780" y="3067685"/>
            <a:ext cx="5596890" cy="467995"/>
          </a:xfrm>
          <a:prstGeom prst="rect">
            <a:avLst/>
          </a:prstGeom>
          <a:noFill/>
        </p:spPr>
        <p:txBody>
          <a:bodyPr wrap="square" rtlCol="0">
            <a:noAutofit/>
          </a:bodyPr>
          <a:lstStyle/>
          <a:p>
            <a:r>
              <a:rPr lang="zh-CN" altLang="en-US" sz="2800" dirty="0">
                <a:solidFill>
                  <a:srgbClr val="0070C0"/>
                </a:solidFill>
                <a:latin typeface="方正清刻本悦宋简体" panose="02000000000000000000" pitchFamily="2" charset="-122"/>
                <a:ea typeface="方正清刻本悦宋简体" panose="02000000000000000000" pitchFamily="2" charset="-122"/>
              </a:rPr>
              <a:t>但是，宿舍生活也免不了会有</a:t>
            </a:r>
            <a:r>
              <a:rPr lang="zh-CN" altLang="en-US" sz="2800" dirty="0">
                <a:solidFill>
                  <a:srgbClr val="0070C0"/>
                </a:solidFill>
                <a:latin typeface="方正清刻本悦宋简体" panose="02000000000000000000" pitchFamily="2" charset="-122"/>
                <a:ea typeface="方正清刻本悦宋简体" panose="02000000000000000000" pitchFamily="2" charset="-122"/>
              </a:rPr>
              <a:t>矛盾。</a:t>
            </a:r>
            <a:endParaRPr lang="zh-CN" altLang="en-US" sz="2800" dirty="0">
              <a:solidFill>
                <a:srgbClr val="0070C0"/>
              </a:solidFill>
              <a:latin typeface="方正清刻本悦宋简体" panose="02000000000000000000" pitchFamily="2" charset="-122"/>
              <a:ea typeface="方正清刻本悦宋简体" panose="02000000000000000000" pitchFamily="2" charset="-122"/>
            </a:endParaRPr>
          </a:p>
        </p:txBody>
      </p:sp>
      <p:sp>
        <p:nvSpPr>
          <p:cNvPr id="57" name="矩形 56"/>
          <p:cNvSpPr/>
          <p:nvPr/>
        </p:nvSpPr>
        <p:spPr>
          <a:xfrm>
            <a:off x="6060142" y="0"/>
            <a:ext cx="62753" cy="26593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3F50"/>
              </a:solidFill>
            </a:endParaRPr>
          </a:p>
        </p:txBody>
      </p:sp>
      <p:pic>
        <p:nvPicPr>
          <p:cNvPr id="3" name="图片 2"/>
          <p:cNvPicPr>
            <a:picLocks noChangeAspect="1"/>
          </p:cNvPicPr>
          <p:nvPr>
            <p:custDataLst>
              <p:tags r:id="rId1"/>
            </p:custDataLst>
          </p:nvPr>
        </p:nvPicPr>
        <p:blipFill>
          <a:blip r:embed="rId2"/>
          <a:stretch>
            <a:fillRect/>
          </a:stretch>
        </p:blipFill>
        <p:spPr>
          <a:xfrm>
            <a:off x="6395085" y="1379855"/>
            <a:ext cx="5231130" cy="40982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293080" y="2390083"/>
            <a:ext cx="5605840" cy="829945"/>
          </a:xfrm>
          <a:prstGeom prst="rect">
            <a:avLst/>
          </a:prstGeom>
          <a:noFill/>
        </p:spPr>
        <p:txBody>
          <a:bodyPr wrap="square" rtlCol="0">
            <a:spAutoFit/>
          </a:bodyPr>
          <a:lstStyle/>
          <a:p>
            <a:pPr algn="ctr"/>
            <a:r>
              <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rPr>
              <a:t>宿舍生活</a:t>
            </a:r>
            <a:r>
              <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rPr>
              <a:t>原则</a:t>
            </a:r>
            <a:endPar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endParaRPr>
          </a:p>
        </p:txBody>
      </p:sp>
      <p:sp>
        <p:nvSpPr>
          <p:cNvPr id="12" name="任意多边形: 形状 11"/>
          <p:cNvSpPr/>
          <p:nvPr/>
        </p:nvSpPr>
        <p:spPr>
          <a:xfrm>
            <a:off x="4984044" y="4005910"/>
            <a:ext cx="7207956" cy="2852091"/>
          </a:xfrm>
          <a:custGeom>
            <a:avLst/>
            <a:gdLst>
              <a:gd name="connsiteX0" fmla="*/ 1591734 w 7207956"/>
              <a:gd name="connsiteY0" fmla="*/ 0 h 2852091"/>
              <a:gd name="connsiteX1" fmla="*/ 7207956 w 7207956"/>
              <a:gd name="connsiteY1" fmla="*/ 0 h 2852091"/>
              <a:gd name="connsiteX2" fmla="*/ 7207956 w 7207956"/>
              <a:gd name="connsiteY2" fmla="*/ 2852091 h 2852091"/>
              <a:gd name="connsiteX3" fmla="*/ 620406 w 7207956"/>
              <a:gd name="connsiteY3" fmla="*/ 2852091 h 2852091"/>
              <a:gd name="connsiteX4" fmla="*/ 521489 w 7207956"/>
              <a:gd name="connsiteY4" fmla="*/ 2769964 h 2852091"/>
              <a:gd name="connsiteX5" fmla="*/ 8218 w 7207956"/>
              <a:gd name="connsiteY5" fmla="*/ 1754479 h 2852091"/>
              <a:gd name="connsiteX6" fmla="*/ 0 w 7207956"/>
              <a:gd name="connsiteY6" fmla="*/ 1591734 h 2852091"/>
              <a:gd name="connsiteX7" fmla="*/ 8218 w 7207956"/>
              <a:gd name="connsiteY7" fmla="*/ 1428989 h 2852091"/>
              <a:gd name="connsiteX8" fmla="*/ 1591734 w 7207956"/>
              <a:gd name="connsiteY8" fmla="*/ 0 h 2852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7956" h="2852091">
                <a:moveTo>
                  <a:pt x="1591734" y="0"/>
                </a:moveTo>
                <a:lnTo>
                  <a:pt x="7207956" y="0"/>
                </a:lnTo>
                <a:lnTo>
                  <a:pt x="7207956" y="2852091"/>
                </a:lnTo>
                <a:lnTo>
                  <a:pt x="620406" y="2852091"/>
                </a:lnTo>
                <a:lnTo>
                  <a:pt x="521489" y="2769964"/>
                </a:lnTo>
                <a:cubicBezTo>
                  <a:pt x="238817" y="2513047"/>
                  <a:pt x="48975" y="2155800"/>
                  <a:pt x="8218" y="1754479"/>
                </a:cubicBezTo>
                <a:lnTo>
                  <a:pt x="0" y="1591734"/>
                </a:lnTo>
                <a:lnTo>
                  <a:pt x="8218" y="1428989"/>
                </a:lnTo>
                <a:cubicBezTo>
                  <a:pt x="89731" y="626348"/>
                  <a:pt x="767587" y="0"/>
                  <a:pt x="1591734"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nvSpPr>
        <p:spPr>
          <a:xfrm>
            <a:off x="-10996" y="4522562"/>
            <a:ext cx="6578655" cy="2343730"/>
          </a:xfrm>
          <a:custGeom>
            <a:avLst/>
            <a:gdLst>
              <a:gd name="connsiteX0" fmla="*/ 0 w 6578655"/>
              <a:gd name="connsiteY0" fmla="*/ 0 h 2343730"/>
              <a:gd name="connsiteX1" fmla="*/ 4986922 w 6578655"/>
              <a:gd name="connsiteY1" fmla="*/ 0 h 2343730"/>
              <a:gd name="connsiteX2" fmla="*/ 6578655 w 6578655"/>
              <a:gd name="connsiteY2" fmla="*/ 1591734 h 2343730"/>
              <a:gd name="connsiteX3" fmla="*/ 6578654 w 6578655"/>
              <a:gd name="connsiteY3" fmla="*/ 1591734 h 2343730"/>
              <a:gd name="connsiteX4" fmla="*/ 6453568 w 6578655"/>
              <a:gd name="connsiteY4" fmla="*/ 2211309 h 2343730"/>
              <a:gd name="connsiteX5" fmla="*/ 6389777 w 6578655"/>
              <a:gd name="connsiteY5" fmla="*/ 2343730 h 2343730"/>
              <a:gd name="connsiteX6" fmla="*/ 0 w 6578655"/>
              <a:gd name="connsiteY6" fmla="*/ 2343730 h 234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8655" h="2343730">
                <a:moveTo>
                  <a:pt x="0" y="0"/>
                </a:moveTo>
                <a:lnTo>
                  <a:pt x="4986922" y="0"/>
                </a:lnTo>
                <a:cubicBezTo>
                  <a:pt x="5866011" y="0"/>
                  <a:pt x="6578655" y="712644"/>
                  <a:pt x="6578655" y="1591734"/>
                </a:cubicBezTo>
                <a:lnTo>
                  <a:pt x="6578654" y="1591734"/>
                </a:lnTo>
                <a:cubicBezTo>
                  <a:pt x="6578654" y="1811507"/>
                  <a:pt x="6534114" y="2020876"/>
                  <a:pt x="6453568" y="2211309"/>
                </a:cubicBezTo>
                <a:lnTo>
                  <a:pt x="6389777" y="2343730"/>
                </a:lnTo>
                <a:lnTo>
                  <a:pt x="0" y="234373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a:off x="4984044" y="5266266"/>
            <a:ext cx="7207956" cy="1591735"/>
          </a:xfrm>
          <a:custGeom>
            <a:avLst/>
            <a:gdLst>
              <a:gd name="connsiteX0" fmla="*/ 1591734 w 7207956"/>
              <a:gd name="connsiteY0" fmla="*/ 0 h 1591735"/>
              <a:gd name="connsiteX1" fmla="*/ 7207956 w 7207956"/>
              <a:gd name="connsiteY1" fmla="*/ 0 h 1591735"/>
              <a:gd name="connsiteX2" fmla="*/ 7207956 w 7207956"/>
              <a:gd name="connsiteY2" fmla="*/ 1591735 h 1591735"/>
              <a:gd name="connsiteX3" fmla="*/ 0 w 7207956"/>
              <a:gd name="connsiteY3" fmla="*/ 1591735 h 1591735"/>
              <a:gd name="connsiteX4" fmla="*/ 0 w 7207956"/>
              <a:gd name="connsiteY4" fmla="*/ 1591734 h 1591735"/>
              <a:gd name="connsiteX5" fmla="*/ 8218 w 7207956"/>
              <a:gd name="connsiteY5" fmla="*/ 1428989 h 1591735"/>
              <a:gd name="connsiteX6" fmla="*/ 1591734 w 7207956"/>
              <a:gd name="connsiteY6" fmla="*/ 0 h 159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07956" h="1591735">
                <a:moveTo>
                  <a:pt x="1591734" y="0"/>
                </a:moveTo>
                <a:lnTo>
                  <a:pt x="7207956" y="0"/>
                </a:lnTo>
                <a:lnTo>
                  <a:pt x="7207956" y="1591735"/>
                </a:lnTo>
                <a:lnTo>
                  <a:pt x="0" y="1591735"/>
                </a:lnTo>
                <a:lnTo>
                  <a:pt x="0" y="1591734"/>
                </a:lnTo>
                <a:lnTo>
                  <a:pt x="8218" y="1428989"/>
                </a:lnTo>
                <a:cubicBezTo>
                  <a:pt x="89731" y="626348"/>
                  <a:pt x="767588" y="0"/>
                  <a:pt x="1591734" y="0"/>
                </a:cubicBezTo>
                <a:close/>
              </a:path>
            </a:pathLst>
          </a:custGeom>
          <a:solidFill>
            <a:srgbClr val="E97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4642124" y="600152"/>
            <a:ext cx="2907752" cy="307777"/>
          </a:xfrm>
          <a:prstGeom prst="rect">
            <a:avLst/>
          </a:prstGeom>
        </p:spPr>
        <p:txBody>
          <a:bodyPr wrap="square">
            <a:spAutoFit/>
          </a:bodyPr>
          <a:lstStyle/>
          <a:p>
            <a:pPr algn="ctr" defTabSz="825500" hangingPunct="0"/>
            <a:r>
              <a:rPr lang="en-US" altLang="zh-CN" sz="1400" kern="0" dirty="0">
                <a:solidFill>
                  <a:schemeClr val="tx1">
                    <a:lumMod val="75000"/>
                    <a:lumOff val="25000"/>
                  </a:schemeClr>
                </a:solidFill>
                <a:latin typeface="+mn-ea"/>
                <a:cs typeface="+mn-ea"/>
                <a:sym typeface="Arial" panose="020B0604020202020204" pitchFamily="34" charset="0"/>
              </a:rPr>
              <a:t>CLASS MEETING</a:t>
            </a:r>
            <a:endParaRPr lang="en-US" altLang="zh-CN" sz="1400" kern="0" dirty="0">
              <a:solidFill>
                <a:schemeClr val="tx1">
                  <a:lumMod val="75000"/>
                  <a:lumOff val="25000"/>
                </a:schemeClr>
              </a:solidFill>
              <a:latin typeface="+mn-ea"/>
              <a:cs typeface="+mn-ea"/>
              <a:sym typeface="Arial" panose="020B0604020202020204" pitchFamily="34" charset="0"/>
            </a:endParaRPr>
          </a:p>
        </p:txBody>
      </p:sp>
      <p:sp>
        <p:nvSpPr>
          <p:cNvPr id="42" name="文本框 41"/>
          <p:cNvSpPr txBox="1"/>
          <p:nvPr/>
        </p:nvSpPr>
        <p:spPr>
          <a:xfrm>
            <a:off x="543900" y="292162"/>
            <a:ext cx="11104200" cy="400110"/>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7195">
                <a:solidFill>
                  <a:schemeClr val="tx1">
                    <a:lumMod val="75000"/>
                    <a:lumOff val="25000"/>
                  </a:schemeClr>
                </a:solidFill>
                <a:latin typeface="Arial" panose="020B0604020202020204" pitchFamily="34" charset="0"/>
                <a:ea typeface="微软雅黑" panose="020B0503020204020204" pitchFamily="34" charset="-122"/>
                <a:cs typeface="+mn-ea"/>
              </a:defRPr>
            </a:lvl1pPr>
          </a:lstStyle>
          <a:p>
            <a:pPr marL="0" marR="0" lvl="0" indent="0" algn="ctr" defTabSz="825500" eaLnBrk="1" fontAlgn="auto" latinLnBrk="0" hangingPunct="0">
              <a:lnSpc>
                <a:spcPct val="100000"/>
              </a:lnSpc>
              <a:spcBef>
                <a:spcPts val="0"/>
              </a:spcBef>
              <a:spcAft>
                <a:spcPts val="0"/>
              </a:spcAft>
              <a:buClrTx/>
              <a:buSzTx/>
              <a:buFontTx/>
              <a:buNone/>
              <a:defRPr/>
            </a:pPr>
            <a:r>
              <a:rPr lang="zh-CN" altLang="en-US" sz="2000" kern="0" dirty="0">
                <a:solidFill>
                  <a:srgbClr val="333F50"/>
                </a:solidFill>
                <a:latin typeface="方正清刻本悦宋简体" panose="02000000000000000000" pitchFamily="2" charset="-122"/>
                <a:ea typeface="方正清刻本悦宋简体" panose="02000000000000000000" pitchFamily="2" charset="-122"/>
                <a:sym typeface="Arial" panose="020B0604020202020204" pitchFamily="34" charset="0"/>
              </a:rPr>
              <a:t>心理健康作用</a:t>
            </a:r>
            <a:endParaRPr kumimoji="0" lang="zh-CN" altLang="en-US" sz="2000" i="0" u="none" strike="noStrike" kern="0" cap="none" spc="0" normalizeH="0" baseline="0" noProof="0" dirty="0">
              <a:ln>
                <a:noFill/>
              </a:ln>
              <a:solidFill>
                <a:srgbClr val="333F50"/>
              </a:solidFill>
              <a:effectLst/>
              <a:uLnTx/>
              <a:uFillTx/>
              <a:latin typeface="方正清刻本悦宋简体" panose="02000000000000000000" pitchFamily="2" charset="-122"/>
              <a:ea typeface="方正清刻本悦宋简体" panose="02000000000000000000" pitchFamily="2" charset="-122"/>
              <a:sym typeface="Arial" panose="020B0604020202020204" pitchFamily="34" charset="0"/>
            </a:endParaRPr>
          </a:p>
        </p:txBody>
      </p:sp>
      <p:grpSp>
        <p:nvGrpSpPr>
          <p:cNvPr id="43" name="Group 276"/>
          <p:cNvGrpSpPr/>
          <p:nvPr/>
        </p:nvGrpSpPr>
        <p:grpSpPr>
          <a:xfrm>
            <a:off x="5219029" y="913869"/>
            <a:ext cx="1771461" cy="82267"/>
            <a:chOff x="5071484" y="4559432"/>
            <a:chExt cx="1599308" cy="74272"/>
          </a:xfrm>
        </p:grpSpPr>
        <p:sp>
          <p:nvSpPr>
            <p:cNvPr id="44" name="Oval 268"/>
            <p:cNvSpPr/>
            <p:nvPr/>
          </p:nvSpPr>
          <p:spPr>
            <a:xfrm>
              <a:off x="5834002" y="4559432"/>
              <a:ext cx="74272" cy="74272"/>
            </a:xfrm>
            <a:prstGeom prst="ellipse">
              <a:avLst/>
            </a:prstGeom>
            <a:noFill/>
            <a:ln w="12700" cap="flat" cmpd="sng" algn="ctr">
              <a:solidFill>
                <a:srgbClr val="53585F">
                  <a:lumMod val="40000"/>
                  <a:lumOff val="60000"/>
                </a:srgbClr>
              </a:solidFill>
              <a:prstDash val="solid"/>
            </a:ln>
            <a:effectLst/>
          </p:spPr>
          <p:txBody>
            <a:bodyPr rtlCol="0" anchor="ctr"/>
            <a:lstStyle/>
            <a:p>
              <a:pPr marL="0" marR="0" lvl="0" indent="0" algn="ctr" defTabSz="1828165" eaLnBrk="1" fontAlgn="auto" latinLnBrk="0" hangingPunct="0">
                <a:lnSpc>
                  <a:spcPct val="100000"/>
                </a:lnSpc>
                <a:spcBef>
                  <a:spcPts val="0"/>
                </a:spcBef>
                <a:spcAft>
                  <a:spcPts val="0"/>
                </a:spcAft>
                <a:buClrTx/>
                <a:buSzTx/>
                <a:buFontTx/>
                <a:buNone/>
                <a:defRPr/>
              </a:pPr>
              <a:endParaRPr kumimoji="0" lang="id-ID" sz="270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5" name="Group 275"/>
            <p:cNvGrpSpPr/>
            <p:nvPr/>
          </p:nvGrpSpPr>
          <p:grpSpPr>
            <a:xfrm>
              <a:off x="5071484" y="4596568"/>
              <a:ext cx="1599308" cy="0"/>
              <a:chOff x="5071484" y="4596568"/>
              <a:chExt cx="1599308" cy="0"/>
            </a:xfrm>
          </p:grpSpPr>
          <p:cxnSp>
            <p:nvCxnSpPr>
              <p:cNvPr id="46" name="Straight Connector 265"/>
              <p:cNvCxnSpPr>
                <a:endCxn id="44" idx="2"/>
              </p:cNvCxnSpPr>
              <p:nvPr/>
            </p:nvCxnSpPr>
            <p:spPr>
              <a:xfrm>
                <a:off x="5071484" y="4596568"/>
                <a:ext cx="762518" cy="0"/>
              </a:xfrm>
              <a:prstGeom prst="line">
                <a:avLst/>
              </a:prstGeom>
              <a:noFill/>
              <a:ln w="12700" cap="flat" cmpd="sng" algn="ctr">
                <a:solidFill>
                  <a:srgbClr val="53585F">
                    <a:lumMod val="40000"/>
                    <a:lumOff val="60000"/>
                  </a:srgbClr>
                </a:solidFill>
                <a:prstDash val="solid"/>
              </a:ln>
              <a:effectLst/>
            </p:spPr>
          </p:cxnSp>
          <p:cxnSp>
            <p:nvCxnSpPr>
              <p:cNvPr id="47" name="Straight Connector 274"/>
              <p:cNvCxnSpPr/>
              <p:nvPr/>
            </p:nvCxnSpPr>
            <p:spPr>
              <a:xfrm>
                <a:off x="5906886" y="4596568"/>
                <a:ext cx="763906" cy="0"/>
              </a:xfrm>
              <a:prstGeom prst="line">
                <a:avLst/>
              </a:prstGeom>
              <a:noFill/>
              <a:ln w="12700" cap="flat" cmpd="sng" algn="ctr">
                <a:solidFill>
                  <a:srgbClr val="53585F">
                    <a:lumMod val="40000"/>
                    <a:lumOff val="60000"/>
                  </a:srgbClr>
                </a:solidFill>
                <a:prstDash val="solid"/>
              </a:ln>
              <a:effectLst/>
            </p:spPr>
          </p:cxnSp>
        </p:grpSp>
      </p:grpSp>
      <p:sp>
        <p:nvSpPr>
          <p:cNvPr id="48" name="矩形 47"/>
          <p:cNvSpPr/>
          <p:nvPr/>
        </p:nvSpPr>
        <p:spPr>
          <a:xfrm>
            <a:off x="6060142" y="0"/>
            <a:ext cx="62753" cy="26593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3F50"/>
              </a:solidFill>
            </a:endParaRPr>
          </a:p>
        </p:txBody>
      </p:sp>
      <p:sp>
        <p:nvSpPr>
          <p:cNvPr id="53" name="Oval 48"/>
          <p:cNvSpPr/>
          <p:nvPr/>
        </p:nvSpPr>
        <p:spPr>
          <a:xfrm>
            <a:off x="505564" y="4117995"/>
            <a:ext cx="924817" cy="924817"/>
          </a:xfrm>
          <a:prstGeom prst="ellipse">
            <a:avLst/>
          </a:prstGeom>
          <a:solidFill>
            <a:srgbClr val="0070C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a typeface="+mn-ea"/>
              <a:cs typeface="+mn-cs"/>
            </a:endParaRPr>
          </a:p>
        </p:txBody>
      </p:sp>
      <p:grpSp>
        <p:nvGrpSpPr>
          <p:cNvPr id="54" name="Group 52"/>
          <p:cNvGrpSpPr/>
          <p:nvPr/>
        </p:nvGrpSpPr>
        <p:grpSpPr>
          <a:xfrm>
            <a:off x="775013" y="4387649"/>
            <a:ext cx="384647" cy="384495"/>
            <a:chOff x="0" y="1588"/>
            <a:chExt cx="4016375" cy="4014787"/>
          </a:xfrm>
          <a:solidFill>
            <a:srgbClr val="7FA3A9"/>
          </a:solidFill>
        </p:grpSpPr>
        <p:sp>
          <p:nvSpPr>
            <p:cNvPr id="55" name="Freeform 48"/>
            <p:cNvSpPr>
              <a:spLocks noEditPoints="1"/>
            </p:cNvSpPr>
            <p:nvPr/>
          </p:nvSpPr>
          <p:spPr bwMode="auto">
            <a:xfrm>
              <a:off x="0" y="1588"/>
              <a:ext cx="4016375" cy="4014787"/>
            </a:xfrm>
            <a:custGeom>
              <a:avLst/>
              <a:gdLst>
                <a:gd name="T0" fmla="*/ 690 w 1068"/>
                <a:gd name="T1" fmla="*/ 335 h 1068"/>
                <a:gd name="T2" fmla="*/ 534 w 1068"/>
                <a:gd name="T3" fmla="*/ 0 h 1068"/>
                <a:gd name="T4" fmla="*/ 301 w 1068"/>
                <a:gd name="T5" fmla="*/ 342 h 1068"/>
                <a:gd name="T6" fmla="*/ 267 w 1068"/>
                <a:gd name="T7" fmla="*/ 360 h 1068"/>
                <a:gd name="T8" fmla="*/ 100 w 1068"/>
                <a:gd name="T9" fmla="*/ 334 h 1068"/>
                <a:gd name="T10" fmla="*/ 0 w 1068"/>
                <a:gd name="T11" fmla="*/ 968 h 1068"/>
                <a:gd name="T12" fmla="*/ 201 w 1068"/>
                <a:gd name="T13" fmla="*/ 1068 h 1068"/>
                <a:gd name="T14" fmla="*/ 291 w 1068"/>
                <a:gd name="T15" fmla="*/ 1011 h 1068"/>
                <a:gd name="T16" fmla="*/ 301 w 1068"/>
                <a:gd name="T17" fmla="*/ 1013 h 1068"/>
                <a:gd name="T18" fmla="*/ 635 w 1068"/>
                <a:gd name="T19" fmla="*/ 1068 h 1068"/>
                <a:gd name="T20" fmla="*/ 937 w 1068"/>
                <a:gd name="T21" fmla="*/ 1004 h 1068"/>
                <a:gd name="T22" fmla="*/ 952 w 1068"/>
                <a:gd name="T23" fmla="*/ 909 h 1068"/>
                <a:gd name="T24" fmla="*/ 1007 w 1068"/>
                <a:gd name="T25" fmla="*/ 732 h 1068"/>
                <a:gd name="T26" fmla="*/ 1039 w 1068"/>
                <a:gd name="T27" fmla="*/ 560 h 1068"/>
                <a:gd name="T28" fmla="*/ 1068 w 1068"/>
                <a:gd name="T29" fmla="*/ 481 h 1068"/>
                <a:gd name="T30" fmla="*/ 974 w 1068"/>
                <a:gd name="T31" fmla="*/ 349 h 1068"/>
                <a:gd name="T32" fmla="*/ 201 w 1068"/>
                <a:gd name="T33" fmla="*/ 1001 h 1068"/>
                <a:gd name="T34" fmla="*/ 67 w 1068"/>
                <a:gd name="T35" fmla="*/ 968 h 1068"/>
                <a:gd name="T36" fmla="*/ 100 w 1068"/>
                <a:gd name="T37" fmla="*/ 401 h 1068"/>
                <a:gd name="T38" fmla="*/ 234 w 1068"/>
                <a:gd name="T39" fmla="*/ 434 h 1068"/>
                <a:gd name="T40" fmla="*/ 1001 w 1068"/>
                <a:gd name="T41" fmla="*/ 485 h 1068"/>
                <a:gd name="T42" fmla="*/ 868 w 1068"/>
                <a:gd name="T43" fmla="*/ 534 h 1068"/>
                <a:gd name="T44" fmla="*/ 868 w 1068"/>
                <a:gd name="T45" fmla="*/ 567 h 1068"/>
                <a:gd name="T46" fmla="*/ 986 w 1068"/>
                <a:gd name="T47" fmla="*/ 629 h 1068"/>
                <a:gd name="T48" fmla="*/ 835 w 1068"/>
                <a:gd name="T49" fmla="*/ 701 h 1068"/>
                <a:gd name="T50" fmla="*/ 835 w 1068"/>
                <a:gd name="T51" fmla="*/ 734 h 1068"/>
                <a:gd name="T52" fmla="*/ 944 w 1068"/>
                <a:gd name="T53" fmla="*/ 803 h 1068"/>
                <a:gd name="T54" fmla="*/ 801 w 1068"/>
                <a:gd name="T55" fmla="*/ 868 h 1068"/>
                <a:gd name="T56" fmla="*/ 801 w 1068"/>
                <a:gd name="T57" fmla="*/ 901 h 1068"/>
                <a:gd name="T58" fmla="*/ 888 w 1068"/>
                <a:gd name="T59" fmla="*/ 948 h 1068"/>
                <a:gd name="T60" fmla="*/ 818 w 1068"/>
                <a:gd name="T61" fmla="*/ 1001 h 1068"/>
                <a:gd name="T62" fmla="*/ 450 w 1068"/>
                <a:gd name="T63" fmla="*/ 980 h 1068"/>
                <a:gd name="T64" fmla="*/ 268 w 1068"/>
                <a:gd name="T65" fmla="*/ 914 h 1068"/>
                <a:gd name="T66" fmla="*/ 294 w 1068"/>
                <a:gd name="T67" fmla="*/ 418 h 1068"/>
                <a:gd name="T68" fmla="*/ 501 w 1068"/>
                <a:gd name="T69" fmla="*/ 100 h 1068"/>
                <a:gd name="T70" fmla="*/ 632 w 1068"/>
                <a:gd name="T71" fmla="*/ 225 h 1068"/>
                <a:gd name="T72" fmla="*/ 962 w 1068"/>
                <a:gd name="T73" fmla="*/ 413 h 1068"/>
                <a:gd name="T74" fmla="*/ 1001 w 1068"/>
                <a:gd name="T75" fmla="*/ 485 h 1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68" h="1068">
                  <a:moveTo>
                    <a:pt x="974" y="349"/>
                  </a:moveTo>
                  <a:cubicBezTo>
                    <a:pt x="932" y="339"/>
                    <a:pt x="834" y="339"/>
                    <a:pt x="690" y="335"/>
                  </a:cubicBezTo>
                  <a:cubicBezTo>
                    <a:pt x="697" y="304"/>
                    <a:pt x="699" y="275"/>
                    <a:pt x="699" y="225"/>
                  </a:cubicBezTo>
                  <a:cubicBezTo>
                    <a:pt x="699" y="105"/>
                    <a:pt x="611" y="0"/>
                    <a:pt x="534" y="0"/>
                  </a:cubicBezTo>
                  <a:cubicBezTo>
                    <a:pt x="480" y="0"/>
                    <a:pt x="435" y="45"/>
                    <a:pt x="434" y="99"/>
                  </a:cubicBezTo>
                  <a:cubicBezTo>
                    <a:pt x="433" y="167"/>
                    <a:pt x="413" y="283"/>
                    <a:pt x="301" y="342"/>
                  </a:cubicBezTo>
                  <a:cubicBezTo>
                    <a:pt x="292" y="346"/>
                    <a:pt x="269" y="357"/>
                    <a:pt x="265" y="359"/>
                  </a:cubicBezTo>
                  <a:cubicBezTo>
                    <a:pt x="267" y="360"/>
                    <a:pt x="267" y="360"/>
                    <a:pt x="267" y="360"/>
                  </a:cubicBezTo>
                  <a:cubicBezTo>
                    <a:pt x="250" y="345"/>
                    <a:pt x="225" y="334"/>
                    <a:pt x="201" y="334"/>
                  </a:cubicBezTo>
                  <a:cubicBezTo>
                    <a:pt x="100" y="334"/>
                    <a:pt x="100" y="334"/>
                    <a:pt x="100" y="334"/>
                  </a:cubicBezTo>
                  <a:cubicBezTo>
                    <a:pt x="45" y="334"/>
                    <a:pt x="0" y="379"/>
                    <a:pt x="0" y="434"/>
                  </a:cubicBezTo>
                  <a:cubicBezTo>
                    <a:pt x="0" y="968"/>
                    <a:pt x="0" y="968"/>
                    <a:pt x="0" y="968"/>
                  </a:cubicBezTo>
                  <a:cubicBezTo>
                    <a:pt x="0" y="1023"/>
                    <a:pt x="45" y="1068"/>
                    <a:pt x="100" y="1068"/>
                  </a:cubicBezTo>
                  <a:cubicBezTo>
                    <a:pt x="201" y="1068"/>
                    <a:pt x="201" y="1068"/>
                    <a:pt x="201" y="1068"/>
                  </a:cubicBezTo>
                  <a:cubicBezTo>
                    <a:pt x="240" y="1068"/>
                    <a:pt x="273" y="1044"/>
                    <a:pt x="290" y="1010"/>
                  </a:cubicBezTo>
                  <a:cubicBezTo>
                    <a:pt x="290" y="1011"/>
                    <a:pt x="291" y="1011"/>
                    <a:pt x="291" y="1011"/>
                  </a:cubicBezTo>
                  <a:cubicBezTo>
                    <a:pt x="293" y="1011"/>
                    <a:pt x="296" y="1012"/>
                    <a:pt x="299" y="1013"/>
                  </a:cubicBezTo>
                  <a:cubicBezTo>
                    <a:pt x="300" y="1013"/>
                    <a:pt x="300" y="1013"/>
                    <a:pt x="301" y="1013"/>
                  </a:cubicBezTo>
                  <a:cubicBezTo>
                    <a:pt x="320" y="1018"/>
                    <a:pt x="357" y="1027"/>
                    <a:pt x="436" y="1045"/>
                  </a:cubicBezTo>
                  <a:cubicBezTo>
                    <a:pt x="453" y="1049"/>
                    <a:pt x="542" y="1068"/>
                    <a:pt x="635" y="1068"/>
                  </a:cubicBezTo>
                  <a:cubicBezTo>
                    <a:pt x="818" y="1068"/>
                    <a:pt x="818" y="1068"/>
                    <a:pt x="818" y="1068"/>
                  </a:cubicBezTo>
                  <a:cubicBezTo>
                    <a:pt x="873" y="1068"/>
                    <a:pt x="913" y="1047"/>
                    <a:pt x="937" y="1004"/>
                  </a:cubicBezTo>
                  <a:cubicBezTo>
                    <a:pt x="938" y="1003"/>
                    <a:pt x="945" y="988"/>
                    <a:pt x="952" y="968"/>
                  </a:cubicBezTo>
                  <a:cubicBezTo>
                    <a:pt x="956" y="952"/>
                    <a:pt x="958" y="931"/>
                    <a:pt x="952" y="909"/>
                  </a:cubicBezTo>
                  <a:cubicBezTo>
                    <a:pt x="988" y="884"/>
                    <a:pt x="1000" y="847"/>
                    <a:pt x="1007" y="823"/>
                  </a:cubicBezTo>
                  <a:cubicBezTo>
                    <a:pt x="1020" y="783"/>
                    <a:pt x="1016" y="753"/>
                    <a:pt x="1007" y="732"/>
                  </a:cubicBezTo>
                  <a:cubicBezTo>
                    <a:pt x="1027" y="713"/>
                    <a:pt x="1045" y="684"/>
                    <a:pt x="1052" y="640"/>
                  </a:cubicBezTo>
                  <a:cubicBezTo>
                    <a:pt x="1056" y="612"/>
                    <a:pt x="1052" y="584"/>
                    <a:pt x="1039" y="560"/>
                  </a:cubicBezTo>
                  <a:cubicBezTo>
                    <a:pt x="1058" y="539"/>
                    <a:pt x="1066" y="513"/>
                    <a:pt x="1067" y="488"/>
                  </a:cubicBezTo>
                  <a:cubicBezTo>
                    <a:pt x="1068" y="481"/>
                    <a:pt x="1068" y="481"/>
                    <a:pt x="1068" y="481"/>
                  </a:cubicBezTo>
                  <a:cubicBezTo>
                    <a:pt x="1068" y="476"/>
                    <a:pt x="1068" y="474"/>
                    <a:pt x="1068" y="464"/>
                  </a:cubicBezTo>
                  <a:cubicBezTo>
                    <a:pt x="1068" y="422"/>
                    <a:pt x="1039" y="368"/>
                    <a:pt x="974" y="349"/>
                  </a:cubicBezTo>
                  <a:close/>
                  <a:moveTo>
                    <a:pt x="234" y="968"/>
                  </a:moveTo>
                  <a:cubicBezTo>
                    <a:pt x="234" y="986"/>
                    <a:pt x="219" y="1001"/>
                    <a:pt x="201" y="1001"/>
                  </a:cubicBezTo>
                  <a:cubicBezTo>
                    <a:pt x="100" y="1001"/>
                    <a:pt x="100" y="1001"/>
                    <a:pt x="100" y="1001"/>
                  </a:cubicBezTo>
                  <a:cubicBezTo>
                    <a:pt x="82" y="1001"/>
                    <a:pt x="67" y="986"/>
                    <a:pt x="67" y="968"/>
                  </a:cubicBezTo>
                  <a:cubicBezTo>
                    <a:pt x="67" y="434"/>
                    <a:pt x="67" y="434"/>
                    <a:pt x="67" y="434"/>
                  </a:cubicBezTo>
                  <a:cubicBezTo>
                    <a:pt x="67" y="415"/>
                    <a:pt x="82" y="401"/>
                    <a:pt x="100" y="401"/>
                  </a:cubicBezTo>
                  <a:cubicBezTo>
                    <a:pt x="201" y="401"/>
                    <a:pt x="201" y="401"/>
                    <a:pt x="201" y="401"/>
                  </a:cubicBezTo>
                  <a:cubicBezTo>
                    <a:pt x="219" y="401"/>
                    <a:pt x="234" y="415"/>
                    <a:pt x="234" y="434"/>
                  </a:cubicBezTo>
                  <a:lnTo>
                    <a:pt x="234" y="968"/>
                  </a:lnTo>
                  <a:close/>
                  <a:moveTo>
                    <a:pt x="1001" y="485"/>
                  </a:moveTo>
                  <a:cubicBezTo>
                    <a:pt x="1000" y="502"/>
                    <a:pt x="993" y="534"/>
                    <a:pt x="935" y="534"/>
                  </a:cubicBezTo>
                  <a:cubicBezTo>
                    <a:pt x="885" y="534"/>
                    <a:pt x="868" y="534"/>
                    <a:pt x="868" y="534"/>
                  </a:cubicBezTo>
                  <a:cubicBezTo>
                    <a:pt x="859" y="534"/>
                    <a:pt x="851" y="541"/>
                    <a:pt x="851" y="551"/>
                  </a:cubicBezTo>
                  <a:cubicBezTo>
                    <a:pt x="851" y="560"/>
                    <a:pt x="859" y="567"/>
                    <a:pt x="868" y="567"/>
                  </a:cubicBezTo>
                  <a:cubicBezTo>
                    <a:pt x="868" y="567"/>
                    <a:pt x="883" y="567"/>
                    <a:pt x="933" y="567"/>
                  </a:cubicBezTo>
                  <a:cubicBezTo>
                    <a:pt x="983" y="567"/>
                    <a:pt x="989" y="609"/>
                    <a:pt x="986" y="629"/>
                  </a:cubicBezTo>
                  <a:cubicBezTo>
                    <a:pt x="982" y="654"/>
                    <a:pt x="970" y="701"/>
                    <a:pt x="914" y="701"/>
                  </a:cubicBezTo>
                  <a:cubicBezTo>
                    <a:pt x="858" y="701"/>
                    <a:pt x="835" y="701"/>
                    <a:pt x="835" y="701"/>
                  </a:cubicBezTo>
                  <a:cubicBezTo>
                    <a:pt x="825" y="701"/>
                    <a:pt x="818" y="708"/>
                    <a:pt x="818" y="718"/>
                  </a:cubicBezTo>
                  <a:cubicBezTo>
                    <a:pt x="818" y="727"/>
                    <a:pt x="825" y="734"/>
                    <a:pt x="835" y="734"/>
                  </a:cubicBezTo>
                  <a:cubicBezTo>
                    <a:pt x="835" y="734"/>
                    <a:pt x="874" y="734"/>
                    <a:pt x="900" y="734"/>
                  </a:cubicBezTo>
                  <a:cubicBezTo>
                    <a:pt x="957" y="734"/>
                    <a:pt x="952" y="777"/>
                    <a:pt x="944" y="803"/>
                  </a:cubicBezTo>
                  <a:cubicBezTo>
                    <a:pt x="933" y="837"/>
                    <a:pt x="926" y="868"/>
                    <a:pt x="856" y="868"/>
                  </a:cubicBezTo>
                  <a:cubicBezTo>
                    <a:pt x="831" y="868"/>
                    <a:pt x="801" y="868"/>
                    <a:pt x="801" y="868"/>
                  </a:cubicBezTo>
                  <a:cubicBezTo>
                    <a:pt x="792" y="868"/>
                    <a:pt x="784" y="875"/>
                    <a:pt x="784" y="884"/>
                  </a:cubicBezTo>
                  <a:cubicBezTo>
                    <a:pt x="784" y="894"/>
                    <a:pt x="792" y="901"/>
                    <a:pt x="801" y="901"/>
                  </a:cubicBezTo>
                  <a:cubicBezTo>
                    <a:pt x="801" y="901"/>
                    <a:pt x="824" y="901"/>
                    <a:pt x="853" y="901"/>
                  </a:cubicBezTo>
                  <a:cubicBezTo>
                    <a:pt x="890" y="901"/>
                    <a:pt x="892" y="936"/>
                    <a:pt x="888" y="948"/>
                  </a:cubicBezTo>
                  <a:cubicBezTo>
                    <a:pt x="884" y="962"/>
                    <a:pt x="879" y="972"/>
                    <a:pt x="878" y="972"/>
                  </a:cubicBezTo>
                  <a:cubicBezTo>
                    <a:pt x="868" y="990"/>
                    <a:pt x="852" y="1001"/>
                    <a:pt x="818" y="1001"/>
                  </a:cubicBezTo>
                  <a:cubicBezTo>
                    <a:pt x="635" y="1001"/>
                    <a:pt x="635" y="1001"/>
                    <a:pt x="635" y="1001"/>
                  </a:cubicBezTo>
                  <a:cubicBezTo>
                    <a:pt x="544" y="1001"/>
                    <a:pt x="453" y="980"/>
                    <a:pt x="450" y="980"/>
                  </a:cubicBezTo>
                  <a:cubicBezTo>
                    <a:pt x="312" y="948"/>
                    <a:pt x="304" y="946"/>
                    <a:pt x="296" y="943"/>
                  </a:cubicBezTo>
                  <a:cubicBezTo>
                    <a:pt x="296" y="943"/>
                    <a:pt x="268" y="938"/>
                    <a:pt x="268" y="914"/>
                  </a:cubicBezTo>
                  <a:cubicBezTo>
                    <a:pt x="267" y="453"/>
                    <a:pt x="267" y="453"/>
                    <a:pt x="267" y="453"/>
                  </a:cubicBezTo>
                  <a:cubicBezTo>
                    <a:pt x="267" y="437"/>
                    <a:pt x="277" y="423"/>
                    <a:pt x="294" y="418"/>
                  </a:cubicBezTo>
                  <a:cubicBezTo>
                    <a:pt x="296" y="417"/>
                    <a:pt x="299" y="416"/>
                    <a:pt x="301" y="415"/>
                  </a:cubicBezTo>
                  <a:cubicBezTo>
                    <a:pt x="453" y="352"/>
                    <a:pt x="500" y="214"/>
                    <a:pt x="501" y="100"/>
                  </a:cubicBezTo>
                  <a:cubicBezTo>
                    <a:pt x="501" y="84"/>
                    <a:pt x="513" y="67"/>
                    <a:pt x="534" y="67"/>
                  </a:cubicBezTo>
                  <a:cubicBezTo>
                    <a:pt x="570" y="67"/>
                    <a:pt x="632" y="138"/>
                    <a:pt x="632" y="225"/>
                  </a:cubicBezTo>
                  <a:cubicBezTo>
                    <a:pt x="632" y="304"/>
                    <a:pt x="629" y="318"/>
                    <a:pt x="601" y="401"/>
                  </a:cubicBezTo>
                  <a:cubicBezTo>
                    <a:pt x="935" y="401"/>
                    <a:pt x="932" y="405"/>
                    <a:pt x="962" y="413"/>
                  </a:cubicBezTo>
                  <a:cubicBezTo>
                    <a:pt x="998" y="423"/>
                    <a:pt x="1002" y="454"/>
                    <a:pt x="1002" y="464"/>
                  </a:cubicBezTo>
                  <a:cubicBezTo>
                    <a:pt x="1002" y="476"/>
                    <a:pt x="1001" y="474"/>
                    <a:pt x="1001" y="48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56" name="Freeform 49"/>
            <p:cNvSpPr>
              <a:spLocks noEditPoints="1"/>
            </p:cNvSpPr>
            <p:nvPr/>
          </p:nvSpPr>
          <p:spPr bwMode="auto">
            <a:xfrm>
              <a:off x="376238" y="3263900"/>
              <a:ext cx="379413" cy="376237"/>
            </a:xfrm>
            <a:custGeom>
              <a:avLst/>
              <a:gdLst>
                <a:gd name="T0" fmla="*/ 50 w 101"/>
                <a:gd name="T1" fmla="*/ 0 h 100"/>
                <a:gd name="T2" fmla="*/ 0 w 101"/>
                <a:gd name="T3" fmla="*/ 50 h 100"/>
                <a:gd name="T4" fmla="*/ 50 w 101"/>
                <a:gd name="T5" fmla="*/ 100 h 100"/>
                <a:gd name="T6" fmla="*/ 101 w 101"/>
                <a:gd name="T7" fmla="*/ 50 h 100"/>
                <a:gd name="T8" fmla="*/ 50 w 101"/>
                <a:gd name="T9" fmla="*/ 0 h 100"/>
                <a:gd name="T10" fmla="*/ 50 w 101"/>
                <a:gd name="T11" fmla="*/ 67 h 100"/>
                <a:gd name="T12" fmla="*/ 34 w 101"/>
                <a:gd name="T13" fmla="*/ 50 h 100"/>
                <a:gd name="T14" fmla="*/ 50 w 101"/>
                <a:gd name="T15" fmla="*/ 33 h 100"/>
                <a:gd name="T16" fmla="*/ 67 w 101"/>
                <a:gd name="T17" fmla="*/ 50 h 100"/>
                <a:gd name="T18" fmla="*/ 50 w 101"/>
                <a:gd name="T19" fmla="*/ 6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1" h="100">
                  <a:moveTo>
                    <a:pt x="50" y="0"/>
                  </a:moveTo>
                  <a:cubicBezTo>
                    <a:pt x="23" y="0"/>
                    <a:pt x="0" y="22"/>
                    <a:pt x="0" y="50"/>
                  </a:cubicBezTo>
                  <a:cubicBezTo>
                    <a:pt x="0" y="77"/>
                    <a:pt x="23" y="100"/>
                    <a:pt x="50" y="100"/>
                  </a:cubicBezTo>
                  <a:cubicBezTo>
                    <a:pt x="78" y="100"/>
                    <a:pt x="101" y="77"/>
                    <a:pt x="101" y="50"/>
                  </a:cubicBezTo>
                  <a:cubicBezTo>
                    <a:pt x="101" y="22"/>
                    <a:pt x="78" y="0"/>
                    <a:pt x="50" y="0"/>
                  </a:cubicBezTo>
                  <a:close/>
                  <a:moveTo>
                    <a:pt x="50" y="67"/>
                  </a:moveTo>
                  <a:cubicBezTo>
                    <a:pt x="41" y="67"/>
                    <a:pt x="34" y="59"/>
                    <a:pt x="34" y="50"/>
                  </a:cubicBezTo>
                  <a:cubicBezTo>
                    <a:pt x="34" y="41"/>
                    <a:pt x="41" y="33"/>
                    <a:pt x="50" y="33"/>
                  </a:cubicBezTo>
                  <a:cubicBezTo>
                    <a:pt x="60" y="33"/>
                    <a:pt x="67" y="41"/>
                    <a:pt x="67" y="50"/>
                  </a:cubicBezTo>
                  <a:cubicBezTo>
                    <a:pt x="67" y="59"/>
                    <a:pt x="60" y="67"/>
                    <a:pt x="50" y="6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grpSp>
      <p:sp>
        <p:nvSpPr>
          <p:cNvPr id="57" name="Oval 56"/>
          <p:cNvSpPr/>
          <p:nvPr/>
        </p:nvSpPr>
        <p:spPr>
          <a:xfrm>
            <a:off x="505411" y="1511954"/>
            <a:ext cx="924817" cy="924817"/>
          </a:xfrm>
          <a:prstGeom prst="ellipse">
            <a:avLst/>
          </a:prstGeom>
          <a:solidFill>
            <a:srgbClr val="0070C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a typeface="+mn-ea"/>
              <a:cs typeface="+mn-cs"/>
            </a:endParaRPr>
          </a:p>
        </p:txBody>
      </p:sp>
      <p:grpSp>
        <p:nvGrpSpPr>
          <p:cNvPr id="58" name="Group 59"/>
          <p:cNvGrpSpPr/>
          <p:nvPr/>
        </p:nvGrpSpPr>
        <p:grpSpPr>
          <a:xfrm>
            <a:off x="731323" y="1823169"/>
            <a:ext cx="472209" cy="407316"/>
            <a:chOff x="-122237" y="-128588"/>
            <a:chExt cx="4632324" cy="3995738"/>
          </a:xfrm>
          <a:solidFill>
            <a:srgbClr val="7FA3A9"/>
          </a:solidFill>
        </p:grpSpPr>
        <p:sp>
          <p:nvSpPr>
            <p:cNvPr id="59" name="Freeform 34"/>
            <p:cNvSpPr>
              <a:spLocks noEditPoints="1"/>
            </p:cNvSpPr>
            <p:nvPr/>
          </p:nvSpPr>
          <p:spPr bwMode="auto">
            <a:xfrm>
              <a:off x="-122237" y="-128588"/>
              <a:ext cx="4632324" cy="3995738"/>
            </a:xfrm>
            <a:custGeom>
              <a:avLst/>
              <a:gdLst>
                <a:gd name="T0" fmla="*/ 1096 w 1232"/>
                <a:gd name="T1" fmla="*/ 134 h 1062"/>
                <a:gd name="T2" fmla="*/ 616 w 1232"/>
                <a:gd name="T3" fmla="*/ 123 h 1062"/>
                <a:gd name="T4" fmla="*/ 136 w 1232"/>
                <a:gd name="T5" fmla="*/ 134 h 1062"/>
                <a:gd name="T6" fmla="*/ 136 w 1232"/>
                <a:gd name="T7" fmla="*/ 622 h 1062"/>
                <a:gd name="T8" fmla="*/ 538 w 1232"/>
                <a:gd name="T9" fmla="*/ 1020 h 1062"/>
                <a:gd name="T10" fmla="*/ 694 w 1232"/>
                <a:gd name="T11" fmla="*/ 1020 h 1062"/>
                <a:gd name="T12" fmla="*/ 1096 w 1232"/>
                <a:gd name="T13" fmla="*/ 622 h 1062"/>
                <a:gd name="T14" fmla="*/ 1096 w 1232"/>
                <a:gd name="T15" fmla="*/ 134 h 1062"/>
                <a:gd name="T16" fmla="*/ 1044 w 1232"/>
                <a:gd name="T17" fmla="*/ 570 h 1062"/>
                <a:gd name="T18" fmla="*/ 642 w 1232"/>
                <a:gd name="T19" fmla="*/ 968 h 1062"/>
                <a:gd name="T20" fmla="*/ 590 w 1232"/>
                <a:gd name="T21" fmla="*/ 968 h 1062"/>
                <a:gd name="T22" fmla="*/ 188 w 1232"/>
                <a:gd name="T23" fmla="*/ 570 h 1062"/>
                <a:gd name="T24" fmla="*/ 188 w 1232"/>
                <a:gd name="T25" fmla="*/ 185 h 1062"/>
                <a:gd name="T26" fmla="*/ 567 w 1232"/>
                <a:gd name="T27" fmla="*/ 177 h 1062"/>
                <a:gd name="T28" fmla="*/ 616 w 1232"/>
                <a:gd name="T29" fmla="*/ 221 h 1062"/>
                <a:gd name="T30" fmla="*/ 665 w 1232"/>
                <a:gd name="T31" fmla="*/ 177 h 1062"/>
                <a:gd name="T32" fmla="*/ 1044 w 1232"/>
                <a:gd name="T33" fmla="*/ 185 h 1062"/>
                <a:gd name="T34" fmla="*/ 1044 w 1232"/>
                <a:gd name="T35" fmla="*/ 570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2" h="1062">
                  <a:moveTo>
                    <a:pt x="1096" y="134"/>
                  </a:moveTo>
                  <a:cubicBezTo>
                    <a:pt x="964" y="3"/>
                    <a:pt x="753" y="0"/>
                    <a:pt x="616" y="123"/>
                  </a:cubicBezTo>
                  <a:cubicBezTo>
                    <a:pt x="479" y="0"/>
                    <a:pt x="268" y="3"/>
                    <a:pt x="136" y="134"/>
                  </a:cubicBezTo>
                  <a:cubicBezTo>
                    <a:pt x="0" y="268"/>
                    <a:pt x="0" y="487"/>
                    <a:pt x="136" y="622"/>
                  </a:cubicBezTo>
                  <a:cubicBezTo>
                    <a:pt x="175" y="660"/>
                    <a:pt x="538" y="1020"/>
                    <a:pt x="538" y="1020"/>
                  </a:cubicBezTo>
                  <a:cubicBezTo>
                    <a:pt x="581" y="1062"/>
                    <a:pt x="651" y="1062"/>
                    <a:pt x="694" y="1020"/>
                  </a:cubicBezTo>
                  <a:cubicBezTo>
                    <a:pt x="694" y="1020"/>
                    <a:pt x="1092" y="626"/>
                    <a:pt x="1096" y="622"/>
                  </a:cubicBezTo>
                  <a:cubicBezTo>
                    <a:pt x="1232" y="487"/>
                    <a:pt x="1232" y="268"/>
                    <a:pt x="1096" y="134"/>
                  </a:cubicBezTo>
                  <a:close/>
                  <a:moveTo>
                    <a:pt x="1044" y="570"/>
                  </a:moveTo>
                  <a:cubicBezTo>
                    <a:pt x="642" y="968"/>
                    <a:pt x="642" y="968"/>
                    <a:pt x="642" y="968"/>
                  </a:cubicBezTo>
                  <a:cubicBezTo>
                    <a:pt x="628" y="982"/>
                    <a:pt x="604" y="982"/>
                    <a:pt x="590" y="968"/>
                  </a:cubicBezTo>
                  <a:cubicBezTo>
                    <a:pt x="188" y="570"/>
                    <a:pt x="188" y="570"/>
                    <a:pt x="188" y="570"/>
                  </a:cubicBezTo>
                  <a:cubicBezTo>
                    <a:pt x="81" y="464"/>
                    <a:pt x="81" y="291"/>
                    <a:pt x="188" y="185"/>
                  </a:cubicBezTo>
                  <a:cubicBezTo>
                    <a:pt x="291" y="82"/>
                    <a:pt x="458" y="79"/>
                    <a:pt x="567" y="177"/>
                  </a:cubicBezTo>
                  <a:cubicBezTo>
                    <a:pt x="616" y="221"/>
                    <a:pt x="616" y="221"/>
                    <a:pt x="616" y="221"/>
                  </a:cubicBezTo>
                  <a:cubicBezTo>
                    <a:pt x="665" y="177"/>
                    <a:pt x="665" y="177"/>
                    <a:pt x="665" y="177"/>
                  </a:cubicBezTo>
                  <a:cubicBezTo>
                    <a:pt x="774" y="79"/>
                    <a:pt x="941" y="82"/>
                    <a:pt x="1044" y="185"/>
                  </a:cubicBezTo>
                  <a:cubicBezTo>
                    <a:pt x="1151" y="291"/>
                    <a:pt x="1151" y="464"/>
                    <a:pt x="1044" y="57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60" name="Freeform 35"/>
            <p:cNvSpPr/>
            <p:nvPr/>
          </p:nvSpPr>
          <p:spPr bwMode="auto">
            <a:xfrm>
              <a:off x="688975" y="681038"/>
              <a:ext cx="650875" cy="650875"/>
            </a:xfrm>
            <a:custGeom>
              <a:avLst/>
              <a:gdLst>
                <a:gd name="T0" fmla="*/ 154 w 173"/>
                <a:gd name="T1" fmla="*/ 0 h 173"/>
                <a:gd name="T2" fmla="*/ 154 w 173"/>
                <a:gd name="T3" fmla="*/ 0 h 173"/>
                <a:gd name="T4" fmla="*/ 0 w 173"/>
                <a:gd name="T5" fmla="*/ 154 h 173"/>
                <a:gd name="T6" fmla="*/ 0 w 173"/>
                <a:gd name="T7" fmla="*/ 154 h 173"/>
                <a:gd name="T8" fmla="*/ 18 w 173"/>
                <a:gd name="T9" fmla="*/ 173 h 173"/>
                <a:gd name="T10" fmla="*/ 36 w 173"/>
                <a:gd name="T11" fmla="*/ 154 h 173"/>
                <a:gd name="T12" fmla="*/ 36 w 173"/>
                <a:gd name="T13" fmla="*/ 154 h 173"/>
                <a:gd name="T14" fmla="*/ 154 w 173"/>
                <a:gd name="T15" fmla="*/ 36 h 173"/>
                <a:gd name="T16" fmla="*/ 154 w 173"/>
                <a:gd name="T17" fmla="*/ 36 h 173"/>
                <a:gd name="T18" fmla="*/ 173 w 173"/>
                <a:gd name="T19" fmla="*/ 18 h 173"/>
                <a:gd name="T20" fmla="*/ 154 w 173"/>
                <a:gd name="T21" fmla="*/ 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73">
                  <a:moveTo>
                    <a:pt x="154" y="0"/>
                  </a:moveTo>
                  <a:cubicBezTo>
                    <a:pt x="154" y="0"/>
                    <a:pt x="154" y="0"/>
                    <a:pt x="154" y="0"/>
                  </a:cubicBezTo>
                  <a:cubicBezTo>
                    <a:pt x="69" y="0"/>
                    <a:pt x="0" y="69"/>
                    <a:pt x="0" y="154"/>
                  </a:cubicBezTo>
                  <a:cubicBezTo>
                    <a:pt x="0" y="154"/>
                    <a:pt x="0" y="154"/>
                    <a:pt x="0" y="154"/>
                  </a:cubicBezTo>
                  <a:cubicBezTo>
                    <a:pt x="0" y="165"/>
                    <a:pt x="8" y="173"/>
                    <a:pt x="18" y="173"/>
                  </a:cubicBezTo>
                  <a:cubicBezTo>
                    <a:pt x="28" y="173"/>
                    <a:pt x="36" y="165"/>
                    <a:pt x="36" y="154"/>
                  </a:cubicBezTo>
                  <a:cubicBezTo>
                    <a:pt x="36" y="154"/>
                    <a:pt x="36" y="154"/>
                    <a:pt x="36" y="154"/>
                  </a:cubicBezTo>
                  <a:cubicBezTo>
                    <a:pt x="36" y="89"/>
                    <a:pt x="89" y="36"/>
                    <a:pt x="154" y="36"/>
                  </a:cubicBezTo>
                  <a:cubicBezTo>
                    <a:pt x="154" y="36"/>
                    <a:pt x="154" y="36"/>
                    <a:pt x="154" y="36"/>
                  </a:cubicBezTo>
                  <a:cubicBezTo>
                    <a:pt x="165" y="36"/>
                    <a:pt x="173" y="28"/>
                    <a:pt x="173" y="18"/>
                  </a:cubicBezTo>
                  <a:cubicBezTo>
                    <a:pt x="173" y="8"/>
                    <a:pt x="165" y="0"/>
                    <a:pt x="154"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grpSp>
      <p:sp>
        <p:nvSpPr>
          <p:cNvPr id="62" name="Freeform 44"/>
          <p:cNvSpPr>
            <a:spLocks noEditPoints="1"/>
          </p:cNvSpPr>
          <p:nvPr/>
        </p:nvSpPr>
        <p:spPr bwMode="auto">
          <a:xfrm>
            <a:off x="3661319" y="3682772"/>
            <a:ext cx="423963" cy="318212"/>
          </a:xfrm>
          <a:custGeom>
            <a:avLst/>
            <a:gdLst>
              <a:gd name="T0" fmla="*/ 925 w 1124"/>
              <a:gd name="T1" fmla="*/ 21 h 843"/>
              <a:gd name="T2" fmla="*/ 249 w 1124"/>
              <a:gd name="T3" fmla="*/ 0 h 843"/>
              <a:gd name="T4" fmla="*/ 21 w 1124"/>
              <a:gd name="T5" fmla="*/ 199 h 843"/>
              <a:gd name="T6" fmla="*/ 18 w 1124"/>
              <a:gd name="T7" fmla="*/ 295 h 843"/>
              <a:gd name="T8" fmla="*/ 562 w 1124"/>
              <a:gd name="T9" fmla="*/ 843 h 843"/>
              <a:gd name="T10" fmla="*/ 1106 w 1124"/>
              <a:gd name="T11" fmla="*/ 295 h 843"/>
              <a:gd name="T12" fmla="*/ 1103 w 1124"/>
              <a:gd name="T13" fmla="*/ 199 h 843"/>
              <a:gd name="T14" fmla="*/ 484 w 1124"/>
              <a:gd name="T15" fmla="*/ 246 h 843"/>
              <a:gd name="T16" fmla="*/ 640 w 1124"/>
              <a:gd name="T17" fmla="*/ 246 h 843"/>
              <a:gd name="T18" fmla="*/ 685 w 1124"/>
              <a:gd name="T19" fmla="*/ 78 h 843"/>
              <a:gd name="T20" fmla="*/ 667 w 1124"/>
              <a:gd name="T21" fmla="*/ 223 h 843"/>
              <a:gd name="T22" fmla="*/ 457 w 1124"/>
              <a:gd name="T23" fmla="*/ 223 h 843"/>
              <a:gd name="T24" fmla="*/ 439 w 1124"/>
              <a:gd name="T25" fmla="*/ 78 h 843"/>
              <a:gd name="T26" fmla="*/ 457 w 1124"/>
              <a:gd name="T27" fmla="*/ 223 h 843"/>
              <a:gd name="T28" fmla="*/ 562 w 1124"/>
              <a:gd name="T29" fmla="*/ 718 h 843"/>
              <a:gd name="T30" fmla="*/ 649 w 1124"/>
              <a:gd name="T31" fmla="*/ 281 h 843"/>
              <a:gd name="T32" fmla="*/ 858 w 1124"/>
              <a:gd name="T33" fmla="*/ 281 h 843"/>
              <a:gd name="T34" fmla="*/ 685 w 1124"/>
              <a:gd name="T35" fmla="*/ 281 h 843"/>
              <a:gd name="T36" fmla="*/ 781 w 1124"/>
              <a:gd name="T37" fmla="*/ 174 h 843"/>
              <a:gd name="T38" fmla="*/ 695 w 1124"/>
              <a:gd name="T39" fmla="*/ 246 h 843"/>
              <a:gd name="T40" fmla="*/ 851 w 1124"/>
              <a:gd name="T41" fmla="*/ 70 h 843"/>
              <a:gd name="T42" fmla="*/ 727 w 1124"/>
              <a:gd name="T43" fmla="*/ 70 h 843"/>
              <a:gd name="T44" fmla="*/ 484 w 1124"/>
              <a:gd name="T45" fmla="*/ 70 h 843"/>
              <a:gd name="T46" fmla="*/ 562 w 1124"/>
              <a:gd name="T47" fmla="*/ 135 h 843"/>
              <a:gd name="T48" fmla="*/ 273 w 1124"/>
              <a:gd name="T49" fmla="*/ 70 h 843"/>
              <a:gd name="T50" fmla="*/ 341 w 1124"/>
              <a:gd name="T51" fmla="*/ 126 h 843"/>
              <a:gd name="T52" fmla="*/ 429 w 1124"/>
              <a:gd name="T53" fmla="*/ 246 h 843"/>
              <a:gd name="T54" fmla="*/ 343 w 1124"/>
              <a:gd name="T55" fmla="*/ 174 h 843"/>
              <a:gd name="T56" fmla="*/ 525 w 1124"/>
              <a:gd name="T57" fmla="*/ 712 h 843"/>
              <a:gd name="T58" fmla="*/ 439 w 1124"/>
              <a:gd name="T59" fmla="*/ 281 h 843"/>
              <a:gd name="T60" fmla="*/ 101 w 1124"/>
              <a:gd name="T61" fmla="*/ 281 h 843"/>
              <a:gd name="T62" fmla="*/ 446 w 1124"/>
              <a:gd name="T63" fmla="*/ 649 h 843"/>
              <a:gd name="T64" fmla="*/ 1023 w 1124"/>
              <a:gd name="T65" fmla="*/ 281 h 843"/>
              <a:gd name="T66" fmla="*/ 899 w 1124"/>
              <a:gd name="T67" fmla="*/ 281 h 843"/>
              <a:gd name="T68" fmla="*/ 808 w 1124"/>
              <a:gd name="T69" fmla="*/ 151 h 843"/>
              <a:gd name="T70" fmla="*/ 1051 w 1124"/>
              <a:gd name="T71" fmla="*/ 246 h 843"/>
              <a:gd name="T72" fmla="*/ 235 w 1124"/>
              <a:gd name="T73" fmla="*/ 84 h 843"/>
              <a:gd name="T74" fmla="*/ 221 w 1124"/>
              <a:gd name="T75" fmla="*/ 246 h 843"/>
              <a:gd name="T76" fmla="*/ 235 w 1124"/>
              <a:gd name="T77" fmla="*/ 84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4" h="843">
                <a:moveTo>
                  <a:pt x="1103" y="199"/>
                </a:moveTo>
                <a:cubicBezTo>
                  <a:pt x="925" y="21"/>
                  <a:pt x="925" y="21"/>
                  <a:pt x="925" y="21"/>
                </a:cubicBezTo>
                <a:cubicBezTo>
                  <a:pt x="912" y="7"/>
                  <a:pt x="894" y="0"/>
                  <a:pt x="875" y="0"/>
                </a:cubicBezTo>
                <a:cubicBezTo>
                  <a:pt x="249" y="0"/>
                  <a:pt x="249" y="0"/>
                  <a:pt x="249" y="0"/>
                </a:cubicBezTo>
                <a:cubicBezTo>
                  <a:pt x="230" y="0"/>
                  <a:pt x="212" y="7"/>
                  <a:pt x="199" y="21"/>
                </a:cubicBezTo>
                <a:cubicBezTo>
                  <a:pt x="21" y="199"/>
                  <a:pt x="21" y="199"/>
                  <a:pt x="21" y="199"/>
                </a:cubicBezTo>
                <a:cubicBezTo>
                  <a:pt x="7" y="213"/>
                  <a:pt x="0" y="231"/>
                  <a:pt x="0" y="249"/>
                </a:cubicBezTo>
                <a:cubicBezTo>
                  <a:pt x="0" y="266"/>
                  <a:pt x="6" y="282"/>
                  <a:pt x="18" y="295"/>
                </a:cubicBezTo>
                <a:cubicBezTo>
                  <a:pt x="509" y="819"/>
                  <a:pt x="509" y="819"/>
                  <a:pt x="509" y="819"/>
                </a:cubicBezTo>
                <a:cubicBezTo>
                  <a:pt x="523" y="834"/>
                  <a:pt x="542" y="843"/>
                  <a:pt x="562" y="843"/>
                </a:cubicBezTo>
                <a:cubicBezTo>
                  <a:pt x="582" y="843"/>
                  <a:pt x="601" y="834"/>
                  <a:pt x="615" y="819"/>
                </a:cubicBezTo>
                <a:cubicBezTo>
                  <a:pt x="1106" y="295"/>
                  <a:pt x="1106" y="295"/>
                  <a:pt x="1106" y="295"/>
                </a:cubicBezTo>
                <a:cubicBezTo>
                  <a:pt x="1118" y="282"/>
                  <a:pt x="1124" y="265"/>
                  <a:pt x="1124" y="248"/>
                </a:cubicBezTo>
                <a:cubicBezTo>
                  <a:pt x="1124" y="230"/>
                  <a:pt x="1117" y="213"/>
                  <a:pt x="1103" y="199"/>
                </a:cubicBezTo>
                <a:close/>
                <a:moveTo>
                  <a:pt x="640" y="246"/>
                </a:moveTo>
                <a:cubicBezTo>
                  <a:pt x="484" y="246"/>
                  <a:pt x="484" y="246"/>
                  <a:pt x="484" y="246"/>
                </a:cubicBezTo>
                <a:cubicBezTo>
                  <a:pt x="562" y="181"/>
                  <a:pt x="562" y="181"/>
                  <a:pt x="562" y="181"/>
                </a:cubicBezTo>
                <a:lnTo>
                  <a:pt x="640" y="246"/>
                </a:lnTo>
                <a:close/>
                <a:moveTo>
                  <a:pt x="589" y="158"/>
                </a:moveTo>
                <a:cubicBezTo>
                  <a:pt x="685" y="78"/>
                  <a:pt x="685" y="78"/>
                  <a:pt x="685" y="78"/>
                </a:cubicBezTo>
                <a:cubicBezTo>
                  <a:pt x="756" y="149"/>
                  <a:pt x="756" y="149"/>
                  <a:pt x="756" y="149"/>
                </a:cubicBezTo>
                <a:cubicBezTo>
                  <a:pt x="667" y="223"/>
                  <a:pt x="667" y="223"/>
                  <a:pt x="667" y="223"/>
                </a:cubicBezTo>
                <a:lnTo>
                  <a:pt x="589" y="158"/>
                </a:lnTo>
                <a:close/>
                <a:moveTo>
                  <a:pt x="457" y="223"/>
                </a:moveTo>
                <a:cubicBezTo>
                  <a:pt x="368" y="149"/>
                  <a:pt x="368" y="149"/>
                  <a:pt x="368" y="149"/>
                </a:cubicBezTo>
                <a:cubicBezTo>
                  <a:pt x="439" y="78"/>
                  <a:pt x="439" y="78"/>
                  <a:pt x="439" y="78"/>
                </a:cubicBezTo>
                <a:cubicBezTo>
                  <a:pt x="535" y="158"/>
                  <a:pt x="535" y="158"/>
                  <a:pt x="535" y="158"/>
                </a:cubicBezTo>
                <a:lnTo>
                  <a:pt x="457" y="223"/>
                </a:lnTo>
                <a:close/>
                <a:moveTo>
                  <a:pt x="649" y="281"/>
                </a:moveTo>
                <a:cubicBezTo>
                  <a:pt x="562" y="718"/>
                  <a:pt x="562" y="718"/>
                  <a:pt x="562" y="718"/>
                </a:cubicBezTo>
                <a:cubicBezTo>
                  <a:pt x="475" y="281"/>
                  <a:pt x="475" y="281"/>
                  <a:pt x="475" y="281"/>
                </a:cubicBezTo>
                <a:lnTo>
                  <a:pt x="649" y="281"/>
                </a:lnTo>
                <a:close/>
                <a:moveTo>
                  <a:pt x="685" y="281"/>
                </a:moveTo>
                <a:cubicBezTo>
                  <a:pt x="858" y="281"/>
                  <a:pt x="858" y="281"/>
                  <a:pt x="858" y="281"/>
                </a:cubicBezTo>
                <a:cubicBezTo>
                  <a:pt x="599" y="712"/>
                  <a:pt x="599" y="712"/>
                  <a:pt x="599" y="712"/>
                </a:cubicBezTo>
                <a:lnTo>
                  <a:pt x="685" y="281"/>
                </a:lnTo>
                <a:close/>
                <a:moveTo>
                  <a:pt x="695" y="246"/>
                </a:moveTo>
                <a:cubicBezTo>
                  <a:pt x="781" y="174"/>
                  <a:pt x="781" y="174"/>
                  <a:pt x="781" y="174"/>
                </a:cubicBezTo>
                <a:cubicBezTo>
                  <a:pt x="853" y="246"/>
                  <a:pt x="853" y="246"/>
                  <a:pt x="853" y="246"/>
                </a:cubicBezTo>
                <a:lnTo>
                  <a:pt x="695" y="246"/>
                </a:lnTo>
                <a:close/>
                <a:moveTo>
                  <a:pt x="727" y="70"/>
                </a:moveTo>
                <a:cubicBezTo>
                  <a:pt x="851" y="70"/>
                  <a:pt x="851" y="70"/>
                  <a:pt x="851" y="70"/>
                </a:cubicBezTo>
                <a:cubicBezTo>
                  <a:pt x="783" y="126"/>
                  <a:pt x="783" y="126"/>
                  <a:pt x="783" y="126"/>
                </a:cubicBezTo>
                <a:lnTo>
                  <a:pt x="727" y="70"/>
                </a:lnTo>
                <a:close/>
                <a:moveTo>
                  <a:pt x="562" y="135"/>
                </a:moveTo>
                <a:cubicBezTo>
                  <a:pt x="484" y="70"/>
                  <a:pt x="484" y="70"/>
                  <a:pt x="484" y="70"/>
                </a:cubicBezTo>
                <a:cubicBezTo>
                  <a:pt x="640" y="70"/>
                  <a:pt x="640" y="70"/>
                  <a:pt x="640" y="70"/>
                </a:cubicBezTo>
                <a:lnTo>
                  <a:pt x="562" y="135"/>
                </a:lnTo>
                <a:close/>
                <a:moveTo>
                  <a:pt x="341" y="126"/>
                </a:moveTo>
                <a:cubicBezTo>
                  <a:pt x="273" y="70"/>
                  <a:pt x="273" y="70"/>
                  <a:pt x="273" y="70"/>
                </a:cubicBezTo>
                <a:cubicBezTo>
                  <a:pt x="397" y="70"/>
                  <a:pt x="397" y="70"/>
                  <a:pt x="397" y="70"/>
                </a:cubicBezTo>
                <a:lnTo>
                  <a:pt x="341" y="126"/>
                </a:lnTo>
                <a:close/>
                <a:moveTo>
                  <a:pt x="343" y="174"/>
                </a:moveTo>
                <a:cubicBezTo>
                  <a:pt x="429" y="246"/>
                  <a:pt x="429" y="246"/>
                  <a:pt x="429" y="246"/>
                </a:cubicBezTo>
                <a:cubicBezTo>
                  <a:pt x="271" y="246"/>
                  <a:pt x="271" y="246"/>
                  <a:pt x="271" y="246"/>
                </a:cubicBezTo>
                <a:lnTo>
                  <a:pt x="343" y="174"/>
                </a:lnTo>
                <a:close/>
                <a:moveTo>
                  <a:pt x="439" y="281"/>
                </a:moveTo>
                <a:cubicBezTo>
                  <a:pt x="525" y="712"/>
                  <a:pt x="525" y="712"/>
                  <a:pt x="525" y="712"/>
                </a:cubicBezTo>
                <a:cubicBezTo>
                  <a:pt x="266" y="281"/>
                  <a:pt x="266" y="281"/>
                  <a:pt x="266" y="281"/>
                </a:cubicBezTo>
                <a:lnTo>
                  <a:pt x="439" y="281"/>
                </a:lnTo>
                <a:close/>
                <a:moveTo>
                  <a:pt x="446" y="649"/>
                </a:moveTo>
                <a:cubicBezTo>
                  <a:pt x="101" y="281"/>
                  <a:pt x="101" y="281"/>
                  <a:pt x="101" y="281"/>
                </a:cubicBezTo>
                <a:cubicBezTo>
                  <a:pt x="225" y="281"/>
                  <a:pt x="225" y="281"/>
                  <a:pt x="225" y="281"/>
                </a:cubicBezTo>
                <a:lnTo>
                  <a:pt x="446" y="649"/>
                </a:lnTo>
                <a:close/>
                <a:moveTo>
                  <a:pt x="899" y="281"/>
                </a:moveTo>
                <a:cubicBezTo>
                  <a:pt x="1023" y="281"/>
                  <a:pt x="1023" y="281"/>
                  <a:pt x="1023" y="281"/>
                </a:cubicBezTo>
                <a:cubicBezTo>
                  <a:pt x="678" y="649"/>
                  <a:pt x="678" y="649"/>
                  <a:pt x="678" y="649"/>
                </a:cubicBezTo>
                <a:lnTo>
                  <a:pt x="899" y="281"/>
                </a:lnTo>
                <a:close/>
                <a:moveTo>
                  <a:pt x="903" y="246"/>
                </a:moveTo>
                <a:cubicBezTo>
                  <a:pt x="808" y="151"/>
                  <a:pt x="808" y="151"/>
                  <a:pt x="808" y="151"/>
                </a:cubicBezTo>
                <a:cubicBezTo>
                  <a:pt x="889" y="84"/>
                  <a:pt x="889" y="84"/>
                  <a:pt x="889" y="84"/>
                </a:cubicBezTo>
                <a:cubicBezTo>
                  <a:pt x="1051" y="246"/>
                  <a:pt x="1051" y="246"/>
                  <a:pt x="1051" y="246"/>
                </a:cubicBezTo>
                <a:lnTo>
                  <a:pt x="903" y="246"/>
                </a:lnTo>
                <a:close/>
                <a:moveTo>
                  <a:pt x="235" y="84"/>
                </a:moveTo>
                <a:cubicBezTo>
                  <a:pt x="316" y="151"/>
                  <a:pt x="316" y="151"/>
                  <a:pt x="316" y="151"/>
                </a:cubicBezTo>
                <a:cubicBezTo>
                  <a:pt x="221" y="246"/>
                  <a:pt x="221" y="246"/>
                  <a:pt x="221" y="246"/>
                </a:cubicBezTo>
                <a:cubicBezTo>
                  <a:pt x="70" y="246"/>
                  <a:pt x="70" y="246"/>
                  <a:pt x="70" y="246"/>
                </a:cubicBezTo>
                <a:lnTo>
                  <a:pt x="235" y="84"/>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grpSp>
        <p:nvGrpSpPr>
          <p:cNvPr id="64" name="Group 75"/>
          <p:cNvGrpSpPr/>
          <p:nvPr/>
        </p:nvGrpSpPr>
        <p:grpSpPr>
          <a:xfrm>
            <a:off x="3627558" y="5051401"/>
            <a:ext cx="463400" cy="461357"/>
            <a:chOff x="-365126" y="-2462213"/>
            <a:chExt cx="4321176" cy="4302126"/>
          </a:xfrm>
          <a:solidFill>
            <a:srgbClr val="7FA3A9"/>
          </a:solidFill>
        </p:grpSpPr>
        <p:sp>
          <p:nvSpPr>
            <p:cNvPr id="65" name="Freeform 5"/>
            <p:cNvSpPr>
              <a:spLocks noEditPoints="1"/>
            </p:cNvSpPr>
            <p:nvPr/>
          </p:nvSpPr>
          <p:spPr bwMode="auto">
            <a:xfrm>
              <a:off x="-365126" y="-2058988"/>
              <a:ext cx="3937000" cy="3898901"/>
            </a:xfrm>
            <a:custGeom>
              <a:avLst/>
              <a:gdLst>
                <a:gd name="T0" fmla="*/ 744 w 1047"/>
                <a:gd name="T1" fmla="*/ 26 h 1037"/>
                <a:gd name="T2" fmla="*/ 681 w 1047"/>
                <a:gd name="T3" fmla="*/ 0 h 1037"/>
                <a:gd name="T4" fmla="*/ 618 w 1047"/>
                <a:gd name="T5" fmla="*/ 26 h 1037"/>
                <a:gd name="T6" fmla="*/ 568 w 1047"/>
                <a:gd name="T7" fmla="*/ 77 h 1037"/>
                <a:gd name="T8" fmla="*/ 541 w 1047"/>
                <a:gd name="T9" fmla="*/ 140 h 1037"/>
                <a:gd name="T10" fmla="*/ 555 w 1047"/>
                <a:gd name="T11" fmla="*/ 187 h 1037"/>
                <a:gd name="T12" fmla="*/ 69 w 1047"/>
                <a:gd name="T13" fmla="*/ 382 h 1037"/>
                <a:gd name="T14" fmla="*/ 7 w 1047"/>
                <a:gd name="T15" fmla="*/ 460 h 1037"/>
                <a:gd name="T16" fmla="*/ 37 w 1047"/>
                <a:gd name="T17" fmla="*/ 556 h 1037"/>
                <a:gd name="T18" fmla="*/ 491 w 1047"/>
                <a:gd name="T19" fmla="*/ 1006 h 1037"/>
                <a:gd name="T20" fmla="*/ 565 w 1047"/>
                <a:gd name="T21" fmla="*/ 1037 h 1037"/>
                <a:gd name="T22" fmla="*/ 567 w 1047"/>
                <a:gd name="T23" fmla="*/ 1037 h 1037"/>
                <a:gd name="T24" fmla="*/ 589 w 1047"/>
                <a:gd name="T25" fmla="*/ 1035 h 1037"/>
                <a:gd name="T26" fmla="*/ 667 w 1047"/>
                <a:gd name="T27" fmla="*/ 969 h 1037"/>
                <a:gd name="T28" fmla="*/ 858 w 1047"/>
                <a:gd name="T29" fmla="*/ 491 h 1037"/>
                <a:gd name="T30" fmla="*/ 907 w 1047"/>
                <a:gd name="T31" fmla="*/ 506 h 1037"/>
                <a:gd name="T32" fmla="*/ 970 w 1047"/>
                <a:gd name="T33" fmla="*/ 480 h 1037"/>
                <a:gd name="T34" fmla="*/ 1020 w 1047"/>
                <a:gd name="T35" fmla="*/ 429 h 1037"/>
                <a:gd name="T36" fmla="*/ 1047 w 1047"/>
                <a:gd name="T37" fmla="*/ 366 h 1037"/>
                <a:gd name="T38" fmla="*/ 1021 w 1047"/>
                <a:gd name="T39" fmla="*/ 303 h 1037"/>
                <a:gd name="T40" fmla="*/ 744 w 1047"/>
                <a:gd name="T41" fmla="*/ 26 h 1037"/>
                <a:gd name="T42" fmla="*/ 601 w 1047"/>
                <a:gd name="T43" fmla="*/ 943 h 1037"/>
                <a:gd name="T44" fmla="*/ 575 w 1047"/>
                <a:gd name="T45" fmla="*/ 965 h 1037"/>
                <a:gd name="T46" fmla="*/ 566 w 1047"/>
                <a:gd name="T47" fmla="*/ 966 h 1037"/>
                <a:gd name="T48" fmla="*/ 542 w 1047"/>
                <a:gd name="T49" fmla="*/ 955 h 1037"/>
                <a:gd name="T50" fmla="*/ 87 w 1047"/>
                <a:gd name="T51" fmla="*/ 505 h 1037"/>
                <a:gd name="T52" fmla="*/ 77 w 1047"/>
                <a:gd name="T53" fmla="*/ 473 h 1037"/>
                <a:gd name="T54" fmla="*/ 98 w 1047"/>
                <a:gd name="T55" fmla="*/ 447 h 1037"/>
                <a:gd name="T56" fmla="*/ 320 w 1047"/>
                <a:gd name="T57" fmla="*/ 358 h 1037"/>
                <a:gd name="T58" fmla="*/ 770 w 1047"/>
                <a:gd name="T59" fmla="*/ 520 h 1037"/>
                <a:gd name="T60" fmla="*/ 601 w 1047"/>
                <a:gd name="T61" fmla="*/ 943 h 1037"/>
                <a:gd name="T62" fmla="*/ 970 w 1047"/>
                <a:gd name="T63" fmla="*/ 378 h 1037"/>
                <a:gd name="T64" fmla="*/ 919 w 1047"/>
                <a:gd name="T65" fmla="*/ 429 h 1037"/>
                <a:gd name="T66" fmla="*/ 894 w 1047"/>
                <a:gd name="T67" fmla="*/ 429 h 1037"/>
                <a:gd name="T68" fmla="*/ 831 w 1047"/>
                <a:gd name="T69" fmla="*/ 366 h 1037"/>
                <a:gd name="T70" fmla="*/ 780 w 1047"/>
                <a:gd name="T71" fmla="*/ 494 h 1037"/>
                <a:gd name="T72" fmla="*/ 784 w 1047"/>
                <a:gd name="T73" fmla="*/ 483 h 1037"/>
                <a:gd name="T74" fmla="*/ 468 w 1047"/>
                <a:gd name="T75" fmla="*/ 350 h 1037"/>
                <a:gd name="T76" fmla="*/ 376 w 1047"/>
                <a:gd name="T77" fmla="*/ 336 h 1037"/>
                <a:gd name="T78" fmla="*/ 679 w 1047"/>
                <a:gd name="T79" fmla="*/ 214 h 1037"/>
                <a:gd name="T80" fmla="*/ 618 w 1047"/>
                <a:gd name="T81" fmla="*/ 153 h 1037"/>
                <a:gd name="T82" fmla="*/ 618 w 1047"/>
                <a:gd name="T83" fmla="*/ 128 h 1037"/>
                <a:gd name="T84" fmla="*/ 669 w 1047"/>
                <a:gd name="T85" fmla="*/ 77 h 1037"/>
                <a:gd name="T86" fmla="*/ 694 w 1047"/>
                <a:gd name="T87" fmla="*/ 77 h 1037"/>
                <a:gd name="T88" fmla="*/ 970 w 1047"/>
                <a:gd name="T89" fmla="*/ 353 h 1037"/>
                <a:gd name="T90" fmla="*/ 970 w 1047"/>
                <a:gd name="T91" fmla="*/ 378 h 10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7" h="1037">
                  <a:moveTo>
                    <a:pt x="744" y="26"/>
                  </a:moveTo>
                  <a:cubicBezTo>
                    <a:pt x="727" y="10"/>
                    <a:pt x="705" y="0"/>
                    <a:pt x="681" y="0"/>
                  </a:cubicBezTo>
                  <a:cubicBezTo>
                    <a:pt x="657" y="0"/>
                    <a:pt x="635" y="10"/>
                    <a:pt x="618" y="26"/>
                  </a:cubicBezTo>
                  <a:cubicBezTo>
                    <a:pt x="568" y="77"/>
                    <a:pt x="568" y="77"/>
                    <a:pt x="568" y="77"/>
                  </a:cubicBezTo>
                  <a:cubicBezTo>
                    <a:pt x="551" y="94"/>
                    <a:pt x="541" y="116"/>
                    <a:pt x="541" y="140"/>
                  </a:cubicBezTo>
                  <a:cubicBezTo>
                    <a:pt x="541" y="157"/>
                    <a:pt x="546" y="173"/>
                    <a:pt x="555" y="187"/>
                  </a:cubicBezTo>
                  <a:cubicBezTo>
                    <a:pt x="69" y="382"/>
                    <a:pt x="69" y="382"/>
                    <a:pt x="69" y="382"/>
                  </a:cubicBezTo>
                  <a:cubicBezTo>
                    <a:pt x="37" y="396"/>
                    <a:pt x="13" y="425"/>
                    <a:pt x="7" y="460"/>
                  </a:cubicBezTo>
                  <a:cubicBezTo>
                    <a:pt x="0" y="495"/>
                    <a:pt x="11" y="531"/>
                    <a:pt x="37" y="556"/>
                  </a:cubicBezTo>
                  <a:cubicBezTo>
                    <a:pt x="491" y="1006"/>
                    <a:pt x="491" y="1006"/>
                    <a:pt x="491" y="1006"/>
                  </a:cubicBezTo>
                  <a:cubicBezTo>
                    <a:pt x="511" y="1025"/>
                    <a:pt x="537" y="1036"/>
                    <a:pt x="565" y="1037"/>
                  </a:cubicBezTo>
                  <a:cubicBezTo>
                    <a:pt x="565" y="1037"/>
                    <a:pt x="567" y="1037"/>
                    <a:pt x="567" y="1037"/>
                  </a:cubicBezTo>
                  <a:cubicBezTo>
                    <a:pt x="575" y="1037"/>
                    <a:pt x="582" y="1036"/>
                    <a:pt x="589" y="1035"/>
                  </a:cubicBezTo>
                  <a:cubicBezTo>
                    <a:pt x="625" y="1027"/>
                    <a:pt x="654" y="1003"/>
                    <a:pt x="667" y="969"/>
                  </a:cubicBezTo>
                  <a:cubicBezTo>
                    <a:pt x="858" y="491"/>
                    <a:pt x="858" y="491"/>
                    <a:pt x="858" y="491"/>
                  </a:cubicBezTo>
                  <a:cubicBezTo>
                    <a:pt x="872" y="501"/>
                    <a:pt x="889" y="506"/>
                    <a:pt x="907" y="506"/>
                  </a:cubicBezTo>
                  <a:cubicBezTo>
                    <a:pt x="931" y="506"/>
                    <a:pt x="953" y="496"/>
                    <a:pt x="970" y="480"/>
                  </a:cubicBezTo>
                  <a:cubicBezTo>
                    <a:pt x="1020" y="429"/>
                    <a:pt x="1020" y="429"/>
                    <a:pt x="1020" y="429"/>
                  </a:cubicBezTo>
                  <a:cubicBezTo>
                    <a:pt x="1037" y="412"/>
                    <a:pt x="1047" y="390"/>
                    <a:pt x="1047" y="366"/>
                  </a:cubicBezTo>
                  <a:cubicBezTo>
                    <a:pt x="1047" y="342"/>
                    <a:pt x="1037" y="319"/>
                    <a:pt x="1021" y="303"/>
                  </a:cubicBezTo>
                  <a:lnTo>
                    <a:pt x="744" y="26"/>
                  </a:lnTo>
                  <a:close/>
                  <a:moveTo>
                    <a:pt x="601" y="943"/>
                  </a:moveTo>
                  <a:cubicBezTo>
                    <a:pt x="596" y="954"/>
                    <a:pt x="586" y="962"/>
                    <a:pt x="575" y="965"/>
                  </a:cubicBezTo>
                  <a:cubicBezTo>
                    <a:pt x="572" y="965"/>
                    <a:pt x="569" y="966"/>
                    <a:pt x="566" y="966"/>
                  </a:cubicBezTo>
                  <a:cubicBezTo>
                    <a:pt x="557" y="965"/>
                    <a:pt x="549" y="962"/>
                    <a:pt x="542" y="955"/>
                  </a:cubicBezTo>
                  <a:cubicBezTo>
                    <a:pt x="87" y="505"/>
                    <a:pt x="87" y="505"/>
                    <a:pt x="87" y="505"/>
                  </a:cubicBezTo>
                  <a:cubicBezTo>
                    <a:pt x="79" y="497"/>
                    <a:pt x="75" y="485"/>
                    <a:pt x="77" y="473"/>
                  </a:cubicBezTo>
                  <a:cubicBezTo>
                    <a:pt x="79" y="462"/>
                    <a:pt x="87" y="452"/>
                    <a:pt x="98" y="447"/>
                  </a:cubicBezTo>
                  <a:cubicBezTo>
                    <a:pt x="320" y="358"/>
                    <a:pt x="320" y="358"/>
                    <a:pt x="320" y="358"/>
                  </a:cubicBezTo>
                  <a:cubicBezTo>
                    <a:pt x="470" y="408"/>
                    <a:pt x="620" y="360"/>
                    <a:pt x="770" y="520"/>
                  </a:cubicBezTo>
                  <a:lnTo>
                    <a:pt x="601" y="943"/>
                  </a:lnTo>
                  <a:close/>
                  <a:moveTo>
                    <a:pt x="970" y="378"/>
                  </a:moveTo>
                  <a:cubicBezTo>
                    <a:pt x="919" y="429"/>
                    <a:pt x="919" y="429"/>
                    <a:pt x="919" y="429"/>
                  </a:cubicBezTo>
                  <a:cubicBezTo>
                    <a:pt x="912" y="436"/>
                    <a:pt x="901" y="436"/>
                    <a:pt x="894" y="429"/>
                  </a:cubicBezTo>
                  <a:cubicBezTo>
                    <a:pt x="831" y="366"/>
                    <a:pt x="831" y="366"/>
                    <a:pt x="831" y="366"/>
                  </a:cubicBezTo>
                  <a:cubicBezTo>
                    <a:pt x="780" y="494"/>
                    <a:pt x="780" y="494"/>
                    <a:pt x="780" y="494"/>
                  </a:cubicBezTo>
                  <a:cubicBezTo>
                    <a:pt x="784" y="483"/>
                    <a:pt x="784" y="483"/>
                    <a:pt x="784" y="483"/>
                  </a:cubicBezTo>
                  <a:cubicBezTo>
                    <a:pt x="676" y="376"/>
                    <a:pt x="567" y="362"/>
                    <a:pt x="468" y="350"/>
                  </a:cubicBezTo>
                  <a:cubicBezTo>
                    <a:pt x="437" y="346"/>
                    <a:pt x="406" y="342"/>
                    <a:pt x="376" y="336"/>
                  </a:cubicBezTo>
                  <a:cubicBezTo>
                    <a:pt x="679" y="214"/>
                    <a:pt x="679" y="214"/>
                    <a:pt x="679" y="214"/>
                  </a:cubicBezTo>
                  <a:cubicBezTo>
                    <a:pt x="618" y="153"/>
                    <a:pt x="618" y="153"/>
                    <a:pt x="618" y="153"/>
                  </a:cubicBezTo>
                  <a:cubicBezTo>
                    <a:pt x="611" y="146"/>
                    <a:pt x="611" y="135"/>
                    <a:pt x="618" y="128"/>
                  </a:cubicBezTo>
                  <a:cubicBezTo>
                    <a:pt x="669" y="77"/>
                    <a:pt x="669" y="77"/>
                    <a:pt x="669" y="77"/>
                  </a:cubicBezTo>
                  <a:cubicBezTo>
                    <a:pt x="676" y="70"/>
                    <a:pt x="687" y="70"/>
                    <a:pt x="694" y="77"/>
                  </a:cubicBezTo>
                  <a:cubicBezTo>
                    <a:pt x="970" y="353"/>
                    <a:pt x="970" y="353"/>
                    <a:pt x="970" y="353"/>
                  </a:cubicBezTo>
                  <a:cubicBezTo>
                    <a:pt x="977" y="360"/>
                    <a:pt x="977" y="372"/>
                    <a:pt x="970" y="37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66" name="Freeform 6"/>
            <p:cNvSpPr>
              <a:spLocks noEditPoints="1"/>
            </p:cNvSpPr>
            <p:nvPr/>
          </p:nvSpPr>
          <p:spPr bwMode="auto">
            <a:xfrm>
              <a:off x="1536700" y="-311150"/>
              <a:ext cx="669925" cy="673100"/>
            </a:xfrm>
            <a:custGeom>
              <a:avLst/>
              <a:gdLst>
                <a:gd name="T0" fmla="*/ 89 w 178"/>
                <a:gd name="T1" fmla="*/ 179 h 179"/>
                <a:gd name="T2" fmla="*/ 178 w 178"/>
                <a:gd name="T3" fmla="*/ 89 h 179"/>
                <a:gd name="T4" fmla="*/ 89 w 178"/>
                <a:gd name="T5" fmla="*/ 0 h 179"/>
                <a:gd name="T6" fmla="*/ 0 w 178"/>
                <a:gd name="T7" fmla="*/ 89 h 179"/>
                <a:gd name="T8" fmla="*/ 89 w 178"/>
                <a:gd name="T9" fmla="*/ 179 h 179"/>
                <a:gd name="T10" fmla="*/ 89 w 178"/>
                <a:gd name="T11" fmla="*/ 36 h 179"/>
                <a:gd name="T12" fmla="*/ 143 w 178"/>
                <a:gd name="T13" fmla="*/ 89 h 179"/>
                <a:gd name="T14" fmla="*/ 89 w 178"/>
                <a:gd name="T15" fmla="*/ 143 h 179"/>
                <a:gd name="T16" fmla="*/ 35 w 178"/>
                <a:gd name="T17" fmla="*/ 89 h 179"/>
                <a:gd name="T18" fmla="*/ 89 w 178"/>
                <a:gd name="T19" fmla="*/ 3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138" y="179"/>
                    <a:pt x="178" y="139"/>
                    <a:pt x="178" y="89"/>
                  </a:cubicBezTo>
                  <a:cubicBezTo>
                    <a:pt x="178" y="40"/>
                    <a:pt x="138" y="0"/>
                    <a:pt x="89" y="0"/>
                  </a:cubicBezTo>
                  <a:cubicBezTo>
                    <a:pt x="40" y="0"/>
                    <a:pt x="0" y="40"/>
                    <a:pt x="0" y="89"/>
                  </a:cubicBezTo>
                  <a:cubicBezTo>
                    <a:pt x="0" y="139"/>
                    <a:pt x="40" y="179"/>
                    <a:pt x="89" y="179"/>
                  </a:cubicBezTo>
                  <a:close/>
                  <a:moveTo>
                    <a:pt x="89" y="36"/>
                  </a:moveTo>
                  <a:cubicBezTo>
                    <a:pt x="119" y="36"/>
                    <a:pt x="143" y="60"/>
                    <a:pt x="143" y="89"/>
                  </a:cubicBezTo>
                  <a:cubicBezTo>
                    <a:pt x="143" y="119"/>
                    <a:pt x="119" y="143"/>
                    <a:pt x="89" y="143"/>
                  </a:cubicBezTo>
                  <a:cubicBezTo>
                    <a:pt x="59" y="143"/>
                    <a:pt x="35" y="119"/>
                    <a:pt x="35" y="89"/>
                  </a:cubicBezTo>
                  <a:cubicBezTo>
                    <a:pt x="35" y="60"/>
                    <a:pt x="59" y="36"/>
                    <a:pt x="89" y="3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67" name="Freeform 7"/>
            <p:cNvSpPr>
              <a:spLocks noEditPoints="1"/>
            </p:cNvSpPr>
            <p:nvPr/>
          </p:nvSpPr>
          <p:spPr bwMode="auto">
            <a:xfrm>
              <a:off x="3282950" y="-2462213"/>
              <a:ext cx="673100" cy="673100"/>
            </a:xfrm>
            <a:custGeom>
              <a:avLst/>
              <a:gdLst>
                <a:gd name="T0" fmla="*/ 90 w 179"/>
                <a:gd name="T1" fmla="*/ 0 h 179"/>
                <a:gd name="T2" fmla="*/ 0 w 179"/>
                <a:gd name="T3" fmla="*/ 89 h 179"/>
                <a:gd name="T4" fmla="*/ 90 w 179"/>
                <a:gd name="T5" fmla="*/ 179 h 179"/>
                <a:gd name="T6" fmla="*/ 179 w 179"/>
                <a:gd name="T7" fmla="*/ 89 h 179"/>
                <a:gd name="T8" fmla="*/ 90 w 179"/>
                <a:gd name="T9" fmla="*/ 0 h 179"/>
                <a:gd name="T10" fmla="*/ 90 w 179"/>
                <a:gd name="T11" fmla="*/ 143 h 179"/>
                <a:gd name="T12" fmla="*/ 36 w 179"/>
                <a:gd name="T13" fmla="*/ 89 h 179"/>
                <a:gd name="T14" fmla="*/ 90 w 179"/>
                <a:gd name="T15" fmla="*/ 36 h 179"/>
                <a:gd name="T16" fmla="*/ 143 w 179"/>
                <a:gd name="T17" fmla="*/ 89 h 179"/>
                <a:gd name="T18" fmla="*/ 90 w 179"/>
                <a:gd name="T19" fmla="*/ 14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9">
                  <a:moveTo>
                    <a:pt x="90" y="0"/>
                  </a:moveTo>
                  <a:cubicBezTo>
                    <a:pt x="40" y="0"/>
                    <a:pt x="0" y="40"/>
                    <a:pt x="0" y="89"/>
                  </a:cubicBezTo>
                  <a:cubicBezTo>
                    <a:pt x="0" y="139"/>
                    <a:pt x="40" y="179"/>
                    <a:pt x="90" y="179"/>
                  </a:cubicBezTo>
                  <a:cubicBezTo>
                    <a:pt x="139" y="179"/>
                    <a:pt x="179" y="139"/>
                    <a:pt x="179" y="89"/>
                  </a:cubicBezTo>
                  <a:cubicBezTo>
                    <a:pt x="179" y="40"/>
                    <a:pt x="139" y="0"/>
                    <a:pt x="90" y="0"/>
                  </a:cubicBezTo>
                  <a:close/>
                  <a:moveTo>
                    <a:pt x="90" y="143"/>
                  </a:moveTo>
                  <a:cubicBezTo>
                    <a:pt x="60" y="143"/>
                    <a:pt x="36" y="119"/>
                    <a:pt x="36" y="89"/>
                  </a:cubicBezTo>
                  <a:cubicBezTo>
                    <a:pt x="36" y="60"/>
                    <a:pt x="60" y="36"/>
                    <a:pt x="90" y="36"/>
                  </a:cubicBezTo>
                  <a:cubicBezTo>
                    <a:pt x="119" y="36"/>
                    <a:pt x="143" y="60"/>
                    <a:pt x="143" y="89"/>
                  </a:cubicBezTo>
                  <a:cubicBezTo>
                    <a:pt x="143" y="119"/>
                    <a:pt x="119" y="143"/>
                    <a:pt x="90" y="14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68" name="Freeform 8"/>
            <p:cNvSpPr>
              <a:spLocks noEditPoints="1"/>
            </p:cNvSpPr>
            <p:nvPr/>
          </p:nvSpPr>
          <p:spPr bwMode="auto">
            <a:xfrm>
              <a:off x="728662" y="-446088"/>
              <a:ext cx="538163" cy="536575"/>
            </a:xfrm>
            <a:custGeom>
              <a:avLst/>
              <a:gdLst>
                <a:gd name="T0" fmla="*/ 0 w 143"/>
                <a:gd name="T1" fmla="*/ 72 h 143"/>
                <a:gd name="T2" fmla="*/ 72 w 143"/>
                <a:gd name="T3" fmla="*/ 143 h 143"/>
                <a:gd name="T4" fmla="*/ 143 w 143"/>
                <a:gd name="T5" fmla="*/ 72 h 143"/>
                <a:gd name="T6" fmla="*/ 72 w 143"/>
                <a:gd name="T7" fmla="*/ 0 h 143"/>
                <a:gd name="T8" fmla="*/ 0 w 143"/>
                <a:gd name="T9" fmla="*/ 72 h 143"/>
                <a:gd name="T10" fmla="*/ 72 w 143"/>
                <a:gd name="T11" fmla="*/ 36 h 143"/>
                <a:gd name="T12" fmla="*/ 107 w 143"/>
                <a:gd name="T13" fmla="*/ 72 h 143"/>
                <a:gd name="T14" fmla="*/ 72 w 143"/>
                <a:gd name="T15" fmla="*/ 108 h 143"/>
                <a:gd name="T16" fmla="*/ 36 w 143"/>
                <a:gd name="T17" fmla="*/ 72 h 143"/>
                <a:gd name="T18" fmla="*/ 72 w 143"/>
                <a:gd name="T19" fmla="*/ 36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143">
                  <a:moveTo>
                    <a:pt x="0" y="72"/>
                  </a:moveTo>
                  <a:cubicBezTo>
                    <a:pt x="0" y="111"/>
                    <a:pt x="32" y="143"/>
                    <a:pt x="72" y="143"/>
                  </a:cubicBezTo>
                  <a:cubicBezTo>
                    <a:pt x="111" y="143"/>
                    <a:pt x="143" y="111"/>
                    <a:pt x="143" y="72"/>
                  </a:cubicBezTo>
                  <a:cubicBezTo>
                    <a:pt x="143" y="32"/>
                    <a:pt x="111" y="0"/>
                    <a:pt x="72" y="0"/>
                  </a:cubicBezTo>
                  <a:cubicBezTo>
                    <a:pt x="32" y="0"/>
                    <a:pt x="0" y="32"/>
                    <a:pt x="0" y="72"/>
                  </a:cubicBezTo>
                  <a:close/>
                  <a:moveTo>
                    <a:pt x="72" y="36"/>
                  </a:moveTo>
                  <a:cubicBezTo>
                    <a:pt x="91" y="36"/>
                    <a:pt x="107" y="52"/>
                    <a:pt x="107" y="72"/>
                  </a:cubicBezTo>
                  <a:cubicBezTo>
                    <a:pt x="107" y="92"/>
                    <a:pt x="91" y="108"/>
                    <a:pt x="72" y="108"/>
                  </a:cubicBezTo>
                  <a:cubicBezTo>
                    <a:pt x="52" y="108"/>
                    <a:pt x="36" y="92"/>
                    <a:pt x="36" y="72"/>
                  </a:cubicBezTo>
                  <a:cubicBezTo>
                    <a:pt x="36" y="52"/>
                    <a:pt x="52" y="36"/>
                    <a:pt x="72" y="3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69" name="Oval 9"/>
            <p:cNvSpPr>
              <a:spLocks noChangeArrowheads="1"/>
            </p:cNvSpPr>
            <p:nvPr/>
          </p:nvSpPr>
          <p:spPr bwMode="auto">
            <a:xfrm>
              <a:off x="1266825" y="496888"/>
              <a:ext cx="269875"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70" name="Oval 10"/>
            <p:cNvSpPr>
              <a:spLocks noChangeArrowheads="1"/>
            </p:cNvSpPr>
            <p:nvPr/>
          </p:nvSpPr>
          <p:spPr bwMode="auto">
            <a:xfrm>
              <a:off x="3417887" y="-1522413"/>
              <a:ext cx="269875" cy="27146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grpSp>
      <p:grpSp>
        <p:nvGrpSpPr>
          <p:cNvPr id="85" name="组合 84"/>
          <p:cNvGrpSpPr/>
          <p:nvPr/>
        </p:nvGrpSpPr>
        <p:grpSpPr>
          <a:xfrm>
            <a:off x="8937186" y="1691913"/>
            <a:ext cx="2711045" cy="3178251"/>
            <a:chOff x="1252538" y="2287817"/>
            <a:chExt cx="2200275" cy="2579458"/>
          </a:xfrm>
        </p:grpSpPr>
        <p:sp>
          <p:nvSpPr>
            <p:cNvPr id="86" name="任意多边形 23"/>
            <p:cNvSpPr/>
            <p:nvPr/>
          </p:nvSpPr>
          <p:spPr bwMode="auto">
            <a:xfrm>
              <a:off x="1888431" y="2287817"/>
              <a:ext cx="928488" cy="2383214"/>
            </a:xfrm>
            <a:custGeom>
              <a:avLst/>
              <a:gdLst>
                <a:gd name="connsiteX0" fmla="*/ 50834 w 266772"/>
                <a:gd name="connsiteY0" fmla="*/ 116876 h 684743"/>
                <a:gd name="connsiteX1" fmla="*/ 56483 w 266772"/>
                <a:gd name="connsiteY1" fmla="*/ 116876 h 684743"/>
                <a:gd name="connsiteX2" fmla="*/ 96021 w 266772"/>
                <a:gd name="connsiteY2" fmla="*/ 116876 h 684743"/>
                <a:gd name="connsiteX3" fmla="*/ 97324 w 266772"/>
                <a:gd name="connsiteY3" fmla="*/ 130780 h 684743"/>
                <a:gd name="connsiteX4" fmla="*/ 98628 w 266772"/>
                <a:gd name="connsiteY4" fmla="*/ 140338 h 684743"/>
                <a:gd name="connsiteX5" fmla="*/ 100365 w 266772"/>
                <a:gd name="connsiteY5" fmla="*/ 151200 h 684743"/>
                <a:gd name="connsiteX6" fmla="*/ 102538 w 266772"/>
                <a:gd name="connsiteY6" fmla="*/ 163366 h 684743"/>
                <a:gd name="connsiteX7" fmla="*/ 106014 w 266772"/>
                <a:gd name="connsiteY7" fmla="*/ 175966 h 684743"/>
                <a:gd name="connsiteX8" fmla="*/ 109924 w 266772"/>
                <a:gd name="connsiteY8" fmla="*/ 189434 h 684743"/>
                <a:gd name="connsiteX9" fmla="*/ 114703 w 266772"/>
                <a:gd name="connsiteY9" fmla="*/ 203338 h 684743"/>
                <a:gd name="connsiteX10" fmla="*/ 116441 w 266772"/>
                <a:gd name="connsiteY10" fmla="*/ 194214 h 684743"/>
                <a:gd name="connsiteX11" fmla="*/ 119048 w 266772"/>
                <a:gd name="connsiteY11" fmla="*/ 185524 h 684743"/>
                <a:gd name="connsiteX12" fmla="*/ 121221 w 266772"/>
                <a:gd name="connsiteY12" fmla="*/ 177269 h 684743"/>
                <a:gd name="connsiteX13" fmla="*/ 123828 w 266772"/>
                <a:gd name="connsiteY13" fmla="*/ 169883 h 684743"/>
                <a:gd name="connsiteX14" fmla="*/ 128172 w 266772"/>
                <a:gd name="connsiteY14" fmla="*/ 158586 h 684743"/>
                <a:gd name="connsiteX15" fmla="*/ 130345 w 266772"/>
                <a:gd name="connsiteY15" fmla="*/ 154242 h 684743"/>
                <a:gd name="connsiteX16" fmla="*/ 120786 w 266772"/>
                <a:gd name="connsiteY16" fmla="*/ 144683 h 684743"/>
                <a:gd name="connsiteX17" fmla="*/ 133386 w 266772"/>
                <a:gd name="connsiteY17" fmla="*/ 131648 h 684743"/>
                <a:gd name="connsiteX18" fmla="*/ 146421 w 266772"/>
                <a:gd name="connsiteY18" fmla="*/ 144683 h 684743"/>
                <a:gd name="connsiteX19" fmla="*/ 136862 w 266772"/>
                <a:gd name="connsiteY19" fmla="*/ 154242 h 684743"/>
                <a:gd name="connsiteX20" fmla="*/ 138600 w 266772"/>
                <a:gd name="connsiteY20" fmla="*/ 158586 h 684743"/>
                <a:gd name="connsiteX21" fmla="*/ 142945 w 266772"/>
                <a:gd name="connsiteY21" fmla="*/ 169883 h 684743"/>
                <a:gd name="connsiteX22" fmla="*/ 145552 w 266772"/>
                <a:gd name="connsiteY22" fmla="*/ 177269 h 684743"/>
                <a:gd name="connsiteX23" fmla="*/ 148159 w 266772"/>
                <a:gd name="connsiteY23" fmla="*/ 185524 h 684743"/>
                <a:gd name="connsiteX24" fmla="*/ 150331 w 266772"/>
                <a:gd name="connsiteY24" fmla="*/ 194214 h 684743"/>
                <a:gd name="connsiteX25" fmla="*/ 152069 w 266772"/>
                <a:gd name="connsiteY25" fmla="*/ 203338 h 684743"/>
                <a:gd name="connsiteX26" fmla="*/ 157283 w 266772"/>
                <a:gd name="connsiteY26" fmla="*/ 189434 h 684743"/>
                <a:gd name="connsiteX27" fmla="*/ 161193 w 266772"/>
                <a:gd name="connsiteY27" fmla="*/ 175966 h 684743"/>
                <a:gd name="connsiteX28" fmla="*/ 164234 w 266772"/>
                <a:gd name="connsiteY28" fmla="*/ 163366 h 684743"/>
                <a:gd name="connsiteX29" fmla="*/ 166841 w 266772"/>
                <a:gd name="connsiteY29" fmla="*/ 151200 h 684743"/>
                <a:gd name="connsiteX30" fmla="*/ 168579 w 266772"/>
                <a:gd name="connsiteY30" fmla="*/ 140338 h 684743"/>
                <a:gd name="connsiteX31" fmla="*/ 169883 w 266772"/>
                <a:gd name="connsiteY31" fmla="*/ 130780 h 684743"/>
                <a:gd name="connsiteX32" fmla="*/ 171186 w 266772"/>
                <a:gd name="connsiteY32" fmla="*/ 116876 h 684743"/>
                <a:gd name="connsiteX33" fmla="*/ 210289 w 266772"/>
                <a:gd name="connsiteY33" fmla="*/ 116876 h 684743"/>
                <a:gd name="connsiteX34" fmla="*/ 215938 w 266772"/>
                <a:gd name="connsiteY34" fmla="*/ 116876 h 684743"/>
                <a:gd name="connsiteX35" fmla="*/ 221586 w 266772"/>
                <a:gd name="connsiteY35" fmla="*/ 117745 h 684743"/>
                <a:gd name="connsiteX36" fmla="*/ 227234 w 266772"/>
                <a:gd name="connsiteY36" fmla="*/ 119049 h 684743"/>
                <a:gd name="connsiteX37" fmla="*/ 232448 w 266772"/>
                <a:gd name="connsiteY37" fmla="*/ 121221 h 684743"/>
                <a:gd name="connsiteX38" fmla="*/ 237227 w 266772"/>
                <a:gd name="connsiteY38" fmla="*/ 123393 h 684743"/>
                <a:gd name="connsiteX39" fmla="*/ 242007 w 266772"/>
                <a:gd name="connsiteY39" fmla="*/ 126435 h 684743"/>
                <a:gd name="connsiteX40" fmla="*/ 246351 w 266772"/>
                <a:gd name="connsiteY40" fmla="*/ 129476 h 684743"/>
                <a:gd name="connsiteX41" fmla="*/ 250262 w 266772"/>
                <a:gd name="connsiteY41" fmla="*/ 133386 h 684743"/>
                <a:gd name="connsiteX42" fmla="*/ 254172 w 266772"/>
                <a:gd name="connsiteY42" fmla="*/ 137297 h 684743"/>
                <a:gd name="connsiteX43" fmla="*/ 257214 w 266772"/>
                <a:gd name="connsiteY43" fmla="*/ 141642 h 684743"/>
                <a:gd name="connsiteX44" fmla="*/ 260255 w 266772"/>
                <a:gd name="connsiteY44" fmla="*/ 146421 h 684743"/>
                <a:gd name="connsiteX45" fmla="*/ 262427 w 266772"/>
                <a:gd name="connsiteY45" fmla="*/ 151200 h 684743"/>
                <a:gd name="connsiteX46" fmla="*/ 264600 w 266772"/>
                <a:gd name="connsiteY46" fmla="*/ 156414 h 684743"/>
                <a:gd name="connsiteX47" fmla="*/ 265903 w 266772"/>
                <a:gd name="connsiteY47" fmla="*/ 162062 h 684743"/>
                <a:gd name="connsiteX48" fmla="*/ 266772 w 266772"/>
                <a:gd name="connsiteY48" fmla="*/ 167276 h 684743"/>
                <a:gd name="connsiteX49" fmla="*/ 266772 w 266772"/>
                <a:gd name="connsiteY49" fmla="*/ 173359 h 684743"/>
                <a:gd name="connsiteX50" fmla="*/ 266772 w 266772"/>
                <a:gd name="connsiteY50" fmla="*/ 371917 h 684743"/>
                <a:gd name="connsiteX51" fmla="*/ 266338 w 266772"/>
                <a:gd name="connsiteY51" fmla="*/ 376261 h 684743"/>
                <a:gd name="connsiteX52" fmla="*/ 265034 w 266772"/>
                <a:gd name="connsiteY52" fmla="*/ 380172 h 684743"/>
                <a:gd name="connsiteX53" fmla="*/ 263296 w 266772"/>
                <a:gd name="connsiteY53" fmla="*/ 384082 h 684743"/>
                <a:gd name="connsiteX54" fmla="*/ 260689 w 266772"/>
                <a:gd name="connsiteY54" fmla="*/ 387123 h 684743"/>
                <a:gd name="connsiteX55" fmla="*/ 257214 w 266772"/>
                <a:gd name="connsiteY55" fmla="*/ 389730 h 684743"/>
                <a:gd name="connsiteX56" fmla="*/ 253738 w 266772"/>
                <a:gd name="connsiteY56" fmla="*/ 391903 h 684743"/>
                <a:gd name="connsiteX57" fmla="*/ 249827 w 266772"/>
                <a:gd name="connsiteY57" fmla="*/ 393206 h 684743"/>
                <a:gd name="connsiteX58" fmla="*/ 245048 w 266772"/>
                <a:gd name="connsiteY58" fmla="*/ 393641 h 684743"/>
                <a:gd name="connsiteX59" fmla="*/ 240703 w 266772"/>
                <a:gd name="connsiteY59" fmla="*/ 393206 h 684743"/>
                <a:gd name="connsiteX60" fmla="*/ 236793 w 266772"/>
                <a:gd name="connsiteY60" fmla="*/ 391903 h 684743"/>
                <a:gd name="connsiteX61" fmla="*/ 233317 w 266772"/>
                <a:gd name="connsiteY61" fmla="*/ 389730 h 684743"/>
                <a:gd name="connsiteX62" fmla="*/ 229841 w 266772"/>
                <a:gd name="connsiteY62" fmla="*/ 387123 h 684743"/>
                <a:gd name="connsiteX63" fmla="*/ 227234 w 266772"/>
                <a:gd name="connsiteY63" fmla="*/ 384082 h 684743"/>
                <a:gd name="connsiteX64" fmla="*/ 225062 w 266772"/>
                <a:gd name="connsiteY64" fmla="*/ 380172 h 684743"/>
                <a:gd name="connsiteX65" fmla="*/ 224193 w 266772"/>
                <a:gd name="connsiteY65" fmla="*/ 376261 h 684743"/>
                <a:gd name="connsiteX66" fmla="*/ 223758 w 266772"/>
                <a:gd name="connsiteY66" fmla="*/ 371917 h 684743"/>
                <a:gd name="connsiteX67" fmla="*/ 223758 w 266772"/>
                <a:gd name="connsiteY67" fmla="*/ 205510 h 684743"/>
                <a:gd name="connsiteX68" fmla="*/ 202469 w 266772"/>
                <a:gd name="connsiteY68" fmla="*/ 205510 h 684743"/>
                <a:gd name="connsiteX69" fmla="*/ 202469 w 266772"/>
                <a:gd name="connsiteY69" fmla="*/ 657805 h 684743"/>
                <a:gd name="connsiteX70" fmla="*/ 202469 w 266772"/>
                <a:gd name="connsiteY70" fmla="*/ 660412 h 684743"/>
                <a:gd name="connsiteX71" fmla="*/ 202034 w 266772"/>
                <a:gd name="connsiteY71" fmla="*/ 663019 h 684743"/>
                <a:gd name="connsiteX72" fmla="*/ 201165 w 266772"/>
                <a:gd name="connsiteY72" fmla="*/ 665626 h 684743"/>
                <a:gd name="connsiteX73" fmla="*/ 200296 w 266772"/>
                <a:gd name="connsiteY73" fmla="*/ 668233 h 684743"/>
                <a:gd name="connsiteX74" fmla="*/ 197689 w 266772"/>
                <a:gd name="connsiteY74" fmla="*/ 673012 h 684743"/>
                <a:gd name="connsiteX75" fmla="*/ 194648 w 266772"/>
                <a:gd name="connsiteY75" fmla="*/ 676922 h 684743"/>
                <a:gd name="connsiteX76" fmla="*/ 190303 w 266772"/>
                <a:gd name="connsiteY76" fmla="*/ 680398 h 684743"/>
                <a:gd name="connsiteX77" fmla="*/ 185958 w 266772"/>
                <a:gd name="connsiteY77" fmla="*/ 683005 h 684743"/>
                <a:gd name="connsiteX78" fmla="*/ 183352 w 266772"/>
                <a:gd name="connsiteY78" fmla="*/ 683874 h 684743"/>
                <a:gd name="connsiteX79" fmla="*/ 180745 w 266772"/>
                <a:gd name="connsiteY79" fmla="*/ 684309 h 684743"/>
                <a:gd name="connsiteX80" fmla="*/ 178138 w 266772"/>
                <a:gd name="connsiteY80" fmla="*/ 684743 h 684743"/>
                <a:gd name="connsiteX81" fmla="*/ 175096 w 266772"/>
                <a:gd name="connsiteY81" fmla="*/ 684743 h 684743"/>
                <a:gd name="connsiteX82" fmla="*/ 172490 w 266772"/>
                <a:gd name="connsiteY82" fmla="*/ 684743 h 684743"/>
                <a:gd name="connsiteX83" fmla="*/ 169883 w 266772"/>
                <a:gd name="connsiteY83" fmla="*/ 684309 h 684743"/>
                <a:gd name="connsiteX84" fmla="*/ 167276 w 266772"/>
                <a:gd name="connsiteY84" fmla="*/ 683874 h 684743"/>
                <a:gd name="connsiteX85" fmla="*/ 164669 w 266772"/>
                <a:gd name="connsiteY85" fmla="*/ 683005 h 684743"/>
                <a:gd name="connsiteX86" fmla="*/ 159890 w 266772"/>
                <a:gd name="connsiteY86" fmla="*/ 680398 h 684743"/>
                <a:gd name="connsiteX87" fmla="*/ 155979 w 266772"/>
                <a:gd name="connsiteY87" fmla="*/ 676922 h 684743"/>
                <a:gd name="connsiteX88" fmla="*/ 152503 w 266772"/>
                <a:gd name="connsiteY88" fmla="*/ 673012 h 684743"/>
                <a:gd name="connsiteX89" fmla="*/ 149896 w 266772"/>
                <a:gd name="connsiteY89" fmla="*/ 668233 h 684743"/>
                <a:gd name="connsiteX90" fmla="*/ 149027 w 266772"/>
                <a:gd name="connsiteY90" fmla="*/ 665626 h 684743"/>
                <a:gd name="connsiteX91" fmla="*/ 148593 w 266772"/>
                <a:gd name="connsiteY91" fmla="*/ 663019 h 684743"/>
                <a:gd name="connsiteX92" fmla="*/ 148159 w 266772"/>
                <a:gd name="connsiteY92" fmla="*/ 660412 h 684743"/>
                <a:gd name="connsiteX93" fmla="*/ 148159 w 266772"/>
                <a:gd name="connsiteY93" fmla="*/ 657805 h 684743"/>
                <a:gd name="connsiteX94" fmla="*/ 148159 w 266772"/>
                <a:gd name="connsiteY94" fmla="*/ 393641 h 684743"/>
                <a:gd name="connsiteX95" fmla="*/ 124262 w 266772"/>
                <a:gd name="connsiteY95" fmla="*/ 393641 h 684743"/>
                <a:gd name="connsiteX96" fmla="*/ 124262 w 266772"/>
                <a:gd name="connsiteY96" fmla="*/ 657805 h 684743"/>
                <a:gd name="connsiteX97" fmla="*/ 124262 w 266772"/>
                <a:gd name="connsiteY97" fmla="*/ 660412 h 684743"/>
                <a:gd name="connsiteX98" fmla="*/ 123828 w 266772"/>
                <a:gd name="connsiteY98" fmla="*/ 663019 h 684743"/>
                <a:gd name="connsiteX99" fmla="*/ 122959 w 266772"/>
                <a:gd name="connsiteY99" fmla="*/ 665626 h 684743"/>
                <a:gd name="connsiteX100" fmla="*/ 122090 w 266772"/>
                <a:gd name="connsiteY100" fmla="*/ 668233 h 684743"/>
                <a:gd name="connsiteX101" fmla="*/ 119483 w 266772"/>
                <a:gd name="connsiteY101" fmla="*/ 673012 h 684743"/>
                <a:gd name="connsiteX102" fmla="*/ 116007 w 266772"/>
                <a:gd name="connsiteY102" fmla="*/ 676922 h 684743"/>
                <a:gd name="connsiteX103" fmla="*/ 112097 w 266772"/>
                <a:gd name="connsiteY103" fmla="*/ 680398 h 684743"/>
                <a:gd name="connsiteX104" fmla="*/ 107752 w 266772"/>
                <a:gd name="connsiteY104" fmla="*/ 683005 h 684743"/>
                <a:gd name="connsiteX105" fmla="*/ 105145 w 266772"/>
                <a:gd name="connsiteY105" fmla="*/ 683874 h 684743"/>
                <a:gd name="connsiteX106" fmla="*/ 102538 w 266772"/>
                <a:gd name="connsiteY106" fmla="*/ 684309 h 684743"/>
                <a:gd name="connsiteX107" fmla="*/ 99931 w 266772"/>
                <a:gd name="connsiteY107" fmla="*/ 684743 h 684743"/>
                <a:gd name="connsiteX108" fmla="*/ 96890 w 266772"/>
                <a:gd name="connsiteY108" fmla="*/ 684743 h 684743"/>
                <a:gd name="connsiteX109" fmla="*/ 91676 w 266772"/>
                <a:gd name="connsiteY109" fmla="*/ 684743 h 684743"/>
                <a:gd name="connsiteX110" fmla="*/ 89069 w 266772"/>
                <a:gd name="connsiteY110" fmla="*/ 684743 h 684743"/>
                <a:gd name="connsiteX111" fmla="*/ 86462 w 266772"/>
                <a:gd name="connsiteY111" fmla="*/ 684309 h 684743"/>
                <a:gd name="connsiteX112" fmla="*/ 83855 w 266772"/>
                <a:gd name="connsiteY112" fmla="*/ 683874 h 684743"/>
                <a:gd name="connsiteX113" fmla="*/ 81248 w 266772"/>
                <a:gd name="connsiteY113" fmla="*/ 683005 h 684743"/>
                <a:gd name="connsiteX114" fmla="*/ 76469 w 266772"/>
                <a:gd name="connsiteY114" fmla="*/ 680398 h 684743"/>
                <a:gd name="connsiteX115" fmla="*/ 72558 w 266772"/>
                <a:gd name="connsiteY115" fmla="*/ 676922 h 684743"/>
                <a:gd name="connsiteX116" fmla="*/ 69083 w 266772"/>
                <a:gd name="connsiteY116" fmla="*/ 673012 h 684743"/>
                <a:gd name="connsiteX117" fmla="*/ 66476 w 266772"/>
                <a:gd name="connsiteY117" fmla="*/ 668233 h 684743"/>
                <a:gd name="connsiteX118" fmla="*/ 65607 w 266772"/>
                <a:gd name="connsiteY118" fmla="*/ 665626 h 684743"/>
                <a:gd name="connsiteX119" fmla="*/ 65172 w 266772"/>
                <a:gd name="connsiteY119" fmla="*/ 663019 h 684743"/>
                <a:gd name="connsiteX120" fmla="*/ 64738 w 266772"/>
                <a:gd name="connsiteY120" fmla="*/ 660412 h 684743"/>
                <a:gd name="connsiteX121" fmla="*/ 64738 w 266772"/>
                <a:gd name="connsiteY121" fmla="*/ 657805 h 684743"/>
                <a:gd name="connsiteX122" fmla="*/ 64738 w 266772"/>
                <a:gd name="connsiteY122" fmla="*/ 205510 h 684743"/>
                <a:gd name="connsiteX123" fmla="*/ 43448 w 266772"/>
                <a:gd name="connsiteY123" fmla="*/ 205510 h 684743"/>
                <a:gd name="connsiteX124" fmla="*/ 43448 w 266772"/>
                <a:gd name="connsiteY124" fmla="*/ 371917 h 684743"/>
                <a:gd name="connsiteX125" fmla="*/ 43014 w 266772"/>
                <a:gd name="connsiteY125" fmla="*/ 376261 h 684743"/>
                <a:gd name="connsiteX126" fmla="*/ 41710 w 266772"/>
                <a:gd name="connsiteY126" fmla="*/ 380606 h 684743"/>
                <a:gd name="connsiteX127" fmla="*/ 39538 w 266772"/>
                <a:gd name="connsiteY127" fmla="*/ 384082 h 684743"/>
                <a:gd name="connsiteX128" fmla="*/ 36931 w 266772"/>
                <a:gd name="connsiteY128" fmla="*/ 387558 h 684743"/>
                <a:gd name="connsiteX129" fmla="*/ 33455 w 266772"/>
                <a:gd name="connsiteY129" fmla="*/ 390165 h 684743"/>
                <a:gd name="connsiteX130" fmla="*/ 29979 w 266772"/>
                <a:gd name="connsiteY130" fmla="*/ 391903 h 684743"/>
                <a:gd name="connsiteX131" fmla="*/ 25634 w 266772"/>
                <a:gd name="connsiteY131" fmla="*/ 393206 h 684743"/>
                <a:gd name="connsiteX132" fmla="*/ 21290 w 266772"/>
                <a:gd name="connsiteY132" fmla="*/ 393641 h 684743"/>
                <a:gd name="connsiteX133" fmla="*/ 16945 w 266772"/>
                <a:gd name="connsiteY133" fmla="*/ 393206 h 684743"/>
                <a:gd name="connsiteX134" fmla="*/ 13034 w 266772"/>
                <a:gd name="connsiteY134" fmla="*/ 391468 h 684743"/>
                <a:gd name="connsiteX135" fmla="*/ 9559 w 266772"/>
                <a:gd name="connsiteY135" fmla="*/ 389730 h 684743"/>
                <a:gd name="connsiteX136" fmla="*/ 6083 w 266772"/>
                <a:gd name="connsiteY136" fmla="*/ 386689 h 684743"/>
                <a:gd name="connsiteX137" fmla="*/ 3476 w 266772"/>
                <a:gd name="connsiteY137" fmla="*/ 383648 h 684743"/>
                <a:gd name="connsiteX138" fmla="*/ 1738 w 266772"/>
                <a:gd name="connsiteY138" fmla="*/ 379737 h 684743"/>
                <a:gd name="connsiteX139" fmla="*/ 434 w 266772"/>
                <a:gd name="connsiteY139" fmla="*/ 375392 h 684743"/>
                <a:gd name="connsiteX140" fmla="*/ 0 w 266772"/>
                <a:gd name="connsiteY140" fmla="*/ 371048 h 684743"/>
                <a:gd name="connsiteX141" fmla="*/ 0 w 266772"/>
                <a:gd name="connsiteY141" fmla="*/ 173359 h 684743"/>
                <a:gd name="connsiteX142" fmla="*/ 434 w 266772"/>
                <a:gd name="connsiteY142" fmla="*/ 167276 h 684743"/>
                <a:gd name="connsiteX143" fmla="*/ 1303 w 266772"/>
                <a:gd name="connsiteY143" fmla="*/ 162062 h 684743"/>
                <a:gd name="connsiteX144" fmla="*/ 2607 w 266772"/>
                <a:gd name="connsiteY144" fmla="*/ 156414 h 684743"/>
                <a:gd name="connsiteX145" fmla="*/ 4345 w 266772"/>
                <a:gd name="connsiteY145" fmla="*/ 151200 h 684743"/>
                <a:gd name="connsiteX146" fmla="*/ 6952 w 266772"/>
                <a:gd name="connsiteY146" fmla="*/ 146421 h 684743"/>
                <a:gd name="connsiteX147" fmla="*/ 9559 w 266772"/>
                <a:gd name="connsiteY147" fmla="*/ 141642 h 684743"/>
                <a:gd name="connsiteX148" fmla="*/ 13034 w 266772"/>
                <a:gd name="connsiteY148" fmla="*/ 137297 h 684743"/>
                <a:gd name="connsiteX149" fmla="*/ 16510 w 266772"/>
                <a:gd name="connsiteY149" fmla="*/ 133386 h 684743"/>
                <a:gd name="connsiteX150" fmla="*/ 20855 w 266772"/>
                <a:gd name="connsiteY150" fmla="*/ 129476 h 684743"/>
                <a:gd name="connsiteX151" fmla="*/ 25200 w 266772"/>
                <a:gd name="connsiteY151" fmla="*/ 126435 h 684743"/>
                <a:gd name="connsiteX152" fmla="*/ 29545 w 266772"/>
                <a:gd name="connsiteY152" fmla="*/ 123393 h 684743"/>
                <a:gd name="connsiteX153" fmla="*/ 34759 w 266772"/>
                <a:gd name="connsiteY153" fmla="*/ 121221 h 684743"/>
                <a:gd name="connsiteX154" fmla="*/ 39972 w 266772"/>
                <a:gd name="connsiteY154" fmla="*/ 119049 h 684743"/>
                <a:gd name="connsiteX155" fmla="*/ 45186 w 266772"/>
                <a:gd name="connsiteY155" fmla="*/ 117745 h 684743"/>
                <a:gd name="connsiteX156" fmla="*/ 127738 w 266772"/>
                <a:gd name="connsiteY156" fmla="*/ 0 h 684743"/>
                <a:gd name="connsiteX157" fmla="*/ 132952 w 266772"/>
                <a:gd name="connsiteY157" fmla="*/ 0 h 684743"/>
                <a:gd name="connsiteX158" fmla="*/ 138166 w 266772"/>
                <a:gd name="connsiteY158" fmla="*/ 0 h 684743"/>
                <a:gd name="connsiteX159" fmla="*/ 143380 w 266772"/>
                <a:gd name="connsiteY159" fmla="*/ 869 h 684743"/>
                <a:gd name="connsiteX160" fmla="*/ 148594 w 266772"/>
                <a:gd name="connsiteY160" fmla="*/ 2173 h 684743"/>
                <a:gd name="connsiteX161" fmla="*/ 153373 w 266772"/>
                <a:gd name="connsiteY161" fmla="*/ 3910 h 684743"/>
                <a:gd name="connsiteX162" fmla="*/ 158152 w 266772"/>
                <a:gd name="connsiteY162" fmla="*/ 6517 h 684743"/>
                <a:gd name="connsiteX163" fmla="*/ 162497 w 266772"/>
                <a:gd name="connsiteY163" fmla="*/ 9124 h 684743"/>
                <a:gd name="connsiteX164" fmla="*/ 166407 w 266772"/>
                <a:gd name="connsiteY164" fmla="*/ 12166 h 684743"/>
                <a:gd name="connsiteX165" fmla="*/ 170318 w 266772"/>
                <a:gd name="connsiteY165" fmla="*/ 15207 h 684743"/>
                <a:gd name="connsiteX166" fmla="*/ 173794 w 266772"/>
                <a:gd name="connsiteY166" fmla="*/ 19117 h 684743"/>
                <a:gd name="connsiteX167" fmla="*/ 176835 w 266772"/>
                <a:gd name="connsiteY167" fmla="*/ 23028 h 684743"/>
                <a:gd name="connsiteX168" fmla="*/ 179442 w 266772"/>
                <a:gd name="connsiteY168" fmla="*/ 27372 h 684743"/>
                <a:gd name="connsiteX169" fmla="*/ 181614 w 266772"/>
                <a:gd name="connsiteY169" fmla="*/ 32152 h 684743"/>
                <a:gd name="connsiteX170" fmla="*/ 183352 w 266772"/>
                <a:gd name="connsiteY170" fmla="*/ 36931 h 684743"/>
                <a:gd name="connsiteX171" fmla="*/ 184656 w 266772"/>
                <a:gd name="connsiteY171" fmla="*/ 42145 h 684743"/>
                <a:gd name="connsiteX172" fmla="*/ 185525 w 266772"/>
                <a:gd name="connsiteY172" fmla="*/ 47359 h 684743"/>
                <a:gd name="connsiteX173" fmla="*/ 185959 w 266772"/>
                <a:gd name="connsiteY173" fmla="*/ 52572 h 684743"/>
                <a:gd name="connsiteX174" fmla="*/ 185525 w 266772"/>
                <a:gd name="connsiteY174" fmla="*/ 58221 h 684743"/>
                <a:gd name="connsiteX175" fmla="*/ 184656 w 266772"/>
                <a:gd name="connsiteY175" fmla="*/ 63434 h 684743"/>
                <a:gd name="connsiteX176" fmla="*/ 183352 w 266772"/>
                <a:gd name="connsiteY176" fmla="*/ 68648 h 684743"/>
                <a:gd name="connsiteX177" fmla="*/ 181614 w 266772"/>
                <a:gd name="connsiteY177" fmla="*/ 73427 h 684743"/>
                <a:gd name="connsiteX178" fmla="*/ 179442 w 266772"/>
                <a:gd name="connsiteY178" fmla="*/ 77772 h 684743"/>
                <a:gd name="connsiteX179" fmla="*/ 176835 w 266772"/>
                <a:gd name="connsiteY179" fmla="*/ 82117 h 684743"/>
                <a:gd name="connsiteX180" fmla="*/ 173794 w 266772"/>
                <a:gd name="connsiteY180" fmla="*/ 86462 h 684743"/>
                <a:gd name="connsiteX181" fmla="*/ 170318 w 266772"/>
                <a:gd name="connsiteY181" fmla="*/ 89938 h 684743"/>
                <a:gd name="connsiteX182" fmla="*/ 166407 w 266772"/>
                <a:gd name="connsiteY182" fmla="*/ 93414 h 684743"/>
                <a:gd name="connsiteX183" fmla="*/ 162497 w 266772"/>
                <a:gd name="connsiteY183" fmla="*/ 96455 h 684743"/>
                <a:gd name="connsiteX184" fmla="*/ 158152 w 266772"/>
                <a:gd name="connsiteY184" fmla="*/ 99062 h 684743"/>
                <a:gd name="connsiteX185" fmla="*/ 153373 w 266772"/>
                <a:gd name="connsiteY185" fmla="*/ 101234 h 684743"/>
                <a:gd name="connsiteX186" fmla="*/ 148594 w 266772"/>
                <a:gd name="connsiteY186" fmla="*/ 103407 h 684743"/>
                <a:gd name="connsiteX187" fmla="*/ 143380 w 266772"/>
                <a:gd name="connsiteY187" fmla="*/ 104710 h 684743"/>
                <a:gd name="connsiteX188" fmla="*/ 138166 w 266772"/>
                <a:gd name="connsiteY188" fmla="*/ 105145 h 684743"/>
                <a:gd name="connsiteX189" fmla="*/ 132952 w 266772"/>
                <a:gd name="connsiteY189" fmla="*/ 105579 h 684743"/>
                <a:gd name="connsiteX190" fmla="*/ 127738 w 266772"/>
                <a:gd name="connsiteY190" fmla="*/ 105145 h 684743"/>
                <a:gd name="connsiteX191" fmla="*/ 122090 w 266772"/>
                <a:gd name="connsiteY191" fmla="*/ 104710 h 684743"/>
                <a:gd name="connsiteX192" fmla="*/ 117311 w 266772"/>
                <a:gd name="connsiteY192" fmla="*/ 103407 h 684743"/>
                <a:gd name="connsiteX193" fmla="*/ 112531 w 266772"/>
                <a:gd name="connsiteY193" fmla="*/ 101234 h 684743"/>
                <a:gd name="connsiteX194" fmla="*/ 107752 w 266772"/>
                <a:gd name="connsiteY194" fmla="*/ 99062 h 684743"/>
                <a:gd name="connsiteX195" fmla="*/ 103407 w 266772"/>
                <a:gd name="connsiteY195" fmla="*/ 96455 h 684743"/>
                <a:gd name="connsiteX196" fmla="*/ 99497 w 266772"/>
                <a:gd name="connsiteY196" fmla="*/ 93414 h 684743"/>
                <a:gd name="connsiteX197" fmla="*/ 95587 w 266772"/>
                <a:gd name="connsiteY197" fmla="*/ 89938 h 684743"/>
                <a:gd name="connsiteX198" fmla="*/ 92111 w 266772"/>
                <a:gd name="connsiteY198" fmla="*/ 86462 h 684743"/>
                <a:gd name="connsiteX199" fmla="*/ 89069 w 266772"/>
                <a:gd name="connsiteY199" fmla="*/ 82117 h 684743"/>
                <a:gd name="connsiteX200" fmla="*/ 86462 w 266772"/>
                <a:gd name="connsiteY200" fmla="*/ 77772 h 684743"/>
                <a:gd name="connsiteX201" fmla="*/ 84290 w 266772"/>
                <a:gd name="connsiteY201" fmla="*/ 73427 h 684743"/>
                <a:gd name="connsiteX202" fmla="*/ 82552 w 266772"/>
                <a:gd name="connsiteY202" fmla="*/ 68648 h 684743"/>
                <a:gd name="connsiteX203" fmla="*/ 81249 w 266772"/>
                <a:gd name="connsiteY203" fmla="*/ 63434 h 684743"/>
                <a:gd name="connsiteX204" fmla="*/ 80380 w 266772"/>
                <a:gd name="connsiteY204" fmla="*/ 58221 h 684743"/>
                <a:gd name="connsiteX205" fmla="*/ 79945 w 266772"/>
                <a:gd name="connsiteY205" fmla="*/ 52572 h 684743"/>
                <a:gd name="connsiteX206" fmla="*/ 80380 w 266772"/>
                <a:gd name="connsiteY206" fmla="*/ 47359 h 684743"/>
                <a:gd name="connsiteX207" fmla="*/ 81249 w 266772"/>
                <a:gd name="connsiteY207" fmla="*/ 42145 h 684743"/>
                <a:gd name="connsiteX208" fmla="*/ 82552 w 266772"/>
                <a:gd name="connsiteY208" fmla="*/ 36931 h 684743"/>
                <a:gd name="connsiteX209" fmla="*/ 84290 w 266772"/>
                <a:gd name="connsiteY209" fmla="*/ 32152 h 684743"/>
                <a:gd name="connsiteX210" fmla="*/ 86462 w 266772"/>
                <a:gd name="connsiteY210" fmla="*/ 27372 h 684743"/>
                <a:gd name="connsiteX211" fmla="*/ 89069 w 266772"/>
                <a:gd name="connsiteY211" fmla="*/ 23028 h 684743"/>
                <a:gd name="connsiteX212" fmla="*/ 92111 w 266772"/>
                <a:gd name="connsiteY212" fmla="*/ 19117 h 684743"/>
                <a:gd name="connsiteX213" fmla="*/ 95587 w 266772"/>
                <a:gd name="connsiteY213" fmla="*/ 15207 h 684743"/>
                <a:gd name="connsiteX214" fmla="*/ 99497 w 266772"/>
                <a:gd name="connsiteY214" fmla="*/ 12166 h 684743"/>
                <a:gd name="connsiteX215" fmla="*/ 103407 w 266772"/>
                <a:gd name="connsiteY215" fmla="*/ 9124 h 684743"/>
                <a:gd name="connsiteX216" fmla="*/ 107752 w 266772"/>
                <a:gd name="connsiteY216" fmla="*/ 6517 h 684743"/>
                <a:gd name="connsiteX217" fmla="*/ 112531 w 266772"/>
                <a:gd name="connsiteY217" fmla="*/ 3910 h 684743"/>
                <a:gd name="connsiteX218" fmla="*/ 117311 w 266772"/>
                <a:gd name="connsiteY218" fmla="*/ 2173 h 684743"/>
                <a:gd name="connsiteX219" fmla="*/ 122090 w 266772"/>
                <a:gd name="connsiteY219" fmla="*/ 869 h 684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266772" h="684743">
                  <a:moveTo>
                    <a:pt x="50834" y="116876"/>
                  </a:moveTo>
                  <a:lnTo>
                    <a:pt x="56483" y="116876"/>
                  </a:lnTo>
                  <a:lnTo>
                    <a:pt x="96021" y="116876"/>
                  </a:lnTo>
                  <a:lnTo>
                    <a:pt x="97324" y="130780"/>
                  </a:lnTo>
                  <a:lnTo>
                    <a:pt x="98628" y="140338"/>
                  </a:lnTo>
                  <a:lnTo>
                    <a:pt x="100365" y="151200"/>
                  </a:lnTo>
                  <a:lnTo>
                    <a:pt x="102538" y="163366"/>
                  </a:lnTo>
                  <a:lnTo>
                    <a:pt x="106014" y="175966"/>
                  </a:lnTo>
                  <a:lnTo>
                    <a:pt x="109924" y="189434"/>
                  </a:lnTo>
                  <a:lnTo>
                    <a:pt x="114703" y="203338"/>
                  </a:lnTo>
                  <a:lnTo>
                    <a:pt x="116441" y="194214"/>
                  </a:lnTo>
                  <a:lnTo>
                    <a:pt x="119048" y="185524"/>
                  </a:lnTo>
                  <a:lnTo>
                    <a:pt x="121221" y="177269"/>
                  </a:lnTo>
                  <a:lnTo>
                    <a:pt x="123828" y="169883"/>
                  </a:lnTo>
                  <a:lnTo>
                    <a:pt x="128172" y="158586"/>
                  </a:lnTo>
                  <a:lnTo>
                    <a:pt x="130345" y="154242"/>
                  </a:lnTo>
                  <a:lnTo>
                    <a:pt x="120786" y="144683"/>
                  </a:lnTo>
                  <a:lnTo>
                    <a:pt x="133386" y="131648"/>
                  </a:lnTo>
                  <a:lnTo>
                    <a:pt x="146421" y="144683"/>
                  </a:lnTo>
                  <a:lnTo>
                    <a:pt x="136862" y="154242"/>
                  </a:lnTo>
                  <a:lnTo>
                    <a:pt x="138600" y="158586"/>
                  </a:lnTo>
                  <a:lnTo>
                    <a:pt x="142945" y="169883"/>
                  </a:lnTo>
                  <a:lnTo>
                    <a:pt x="145552" y="177269"/>
                  </a:lnTo>
                  <a:lnTo>
                    <a:pt x="148159" y="185524"/>
                  </a:lnTo>
                  <a:lnTo>
                    <a:pt x="150331" y="194214"/>
                  </a:lnTo>
                  <a:lnTo>
                    <a:pt x="152069" y="203338"/>
                  </a:lnTo>
                  <a:lnTo>
                    <a:pt x="157283" y="189434"/>
                  </a:lnTo>
                  <a:lnTo>
                    <a:pt x="161193" y="175966"/>
                  </a:lnTo>
                  <a:lnTo>
                    <a:pt x="164234" y="163366"/>
                  </a:lnTo>
                  <a:lnTo>
                    <a:pt x="166841" y="151200"/>
                  </a:lnTo>
                  <a:lnTo>
                    <a:pt x="168579" y="140338"/>
                  </a:lnTo>
                  <a:lnTo>
                    <a:pt x="169883" y="130780"/>
                  </a:lnTo>
                  <a:lnTo>
                    <a:pt x="171186" y="116876"/>
                  </a:lnTo>
                  <a:lnTo>
                    <a:pt x="210289" y="116876"/>
                  </a:lnTo>
                  <a:lnTo>
                    <a:pt x="215938" y="116876"/>
                  </a:lnTo>
                  <a:lnTo>
                    <a:pt x="221586" y="117745"/>
                  </a:lnTo>
                  <a:lnTo>
                    <a:pt x="227234" y="119049"/>
                  </a:lnTo>
                  <a:lnTo>
                    <a:pt x="232448" y="121221"/>
                  </a:lnTo>
                  <a:lnTo>
                    <a:pt x="237227" y="123393"/>
                  </a:lnTo>
                  <a:lnTo>
                    <a:pt x="242007" y="126435"/>
                  </a:lnTo>
                  <a:lnTo>
                    <a:pt x="246351" y="129476"/>
                  </a:lnTo>
                  <a:lnTo>
                    <a:pt x="250262" y="133386"/>
                  </a:lnTo>
                  <a:lnTo>
                    <a:pt x="254172" y="137297"/>
                  </a:lnTo>
                  <a:lnTo>
                    <a:pt x="257214" y="141642"/>
                  </a:lnTo>
                  <a:lnTo>
                    <a:pt x="260255" y="146421"/>
                  </a:lnTo>
                  <a:lnTo>
                    <a:pt x="262427" y="151200"/>
                  </a:lnTo>
                  <a:lnTo>
                    <a:pt x="264600" y="156414"/>
                  </a:lnTo>
                  <a:lnTo>
                    <a:pt x="265903" y="162062"/>
                  </a:lnTo>
                  <a:lnTo>
                    <a:pt x="266772" y="167276"/>
                  </a:lnTo>
                  <a:lnTo>
                    <a:pt x="266772" y="173359"/>
                  </a:lnTo>
                  <a:lnTo>
                    <a:pt x="266772" y="371917"/>
                  </a:lnTo>
                  <a:lnTo>
                    <a:pt x="266338" y="376261"/>
                  </a:lnTo>
                  <a:lnTo>
                    <a:pt x="265034" y="380172"/>
                  </a:lnTo>
                  <a:lnTo>
                    <a:pt x="263296" y="384082"/>
                  </a:lnTo>
                  <a:lnTo>
                    <a:pt x="260689" y="387123"/>
                  </a:lnTo>
                  <a:lnTo>
                    <a:pt x="257214" y="389730"/>
                  </a:lnTo>
                  <a:lnTo>
                    <a:pt x="253738" y="391903"/>
                  </a:lnTo>
                  <a:lnTo>
                    <a:pt x="249827" y="393206"/>
                  </a:lnTo>
                  <a:lnTo>
                    <a:pt x="245048" y="393641"/>
                  </a:lnTo>
                  <a:lnTo>
                    <a:pt x="240703" y="393206"/>
                  </a:lnTo>
                  <a:lnTo>
                    <a:pt x="236793" y="391903"/>
                  </a:lnTo>
                  <a:lnTo>
                    <a:pt x="233317" y="389730"/>
                  </a:lnTo>
                  <a:lnTo>
                    <a:pt x="229841" y="387123"/>
                  </a:lnTo>
                  <a:lnTo>
                    <a:pt x="227234" y="384082"/>
                  </a:lnTo>
                  <a:lnTo>
                    <a:pt x="225062" y="380172"/>
                  </a:lnTo>
                  <a:lnTo>
                    <a:pt x="224193" y="376261"/>
                  </a:lnTo>
                  <a:lnTo>
                    <a:pt x="223758" y="371917"/>
                  </a:lnTo>
                  <a:lnTo>
                    <a:pt x="223758" y="205510"/>
                  </a:lnTo>
                  <a:lnTo>
                    <a:pt x="202469" y="205510"/>
                  </a:lnTo>
                  <a:lnTo>
                    <a:pt x="202469" y="657805"/>
                  </a:lnTo>
                  <a:lnTo>
                    <a:pt x="202469" y="660412"/>
                  </a:lnTo>
                  <a:lnTo>
                    <a:pt x="202034" y="663019"/>
                  </a:lnTo>
                  <a:lnTo>
                    <a:pt x="201165" y="665626"/>
                  </a:lnTo>
                  <a:lnTo>
                    <a:pt x="200296" y="668233"/>
                  </a:lnTo>
                  <a:lnTo>
                    <a:pt x="197689" y="673012"/>
                  </a:lnTo>
                  <a:lnTo>
                    <a:pt x="194648" y="676922"/>
                  </a:lnTo>
                  <a:lnTo>
                    <a:pt x="190303" y="680398"/>
                  </a:lnTo>
                  <a:lnTo>
                    <a:pt x="185958" y="683005"/>
                  </a:lnTo>
                  <a:lnTo>
                    <a:pt x="183352" y="683874"/>
                  </a:lnTo>
                  <a:lnTo>
                    <a:pt x="180745" y="684309"/>
                  </a:lnTo>
                  <a:lnTo>
                    <a:pt x="178138" y="684743"/>
                  </a:lnTo>
                  <a:lnTo>
                    <a:pt x="175096" y="684743"/>
                  </a:lnTo>
                  <a:lnTo>
                    <a:pt x="172490" y="684743"/>
                  </a:lnTo>
                  <a:lnTo>
                    <a:pt x="169883" y="684309"/>
                  </a:lnTo>
                  <a:lnTo>
                    <a:pt x="167276" y="683874"/>
                  </a:lnTo>
                  <a:lnTo>
                    <a:pt x="164669" y="683005"/>
                  </a:lnTo>
                  <a:lnTo>
                    <a:pt x="159890" y="680398"/>
                  </a:lnTo>
                  <a:lnTo>
                    <a:pt x="155979" y="676922"/>
                  </a:lnTo>
                  <a:lnTo>
                    <a:pt x="152503" y="673012"/>
                  </a:lnTo>
                  <a:lnTo>
                    <a:pt x="149896" y="668233"/>
                  </a:lnTo>
                  <a:lnTo>
                    <a:pt x="149027" y="665626"/>
                  </a:lnTo>
                  <a:lnTo>
                    <a:pt x="148593" y="663019"/>
                  </a:lnTo>
                  <a:lnTo>
                    <a:pt x="148159" y="660412"/>
                  </a:lnTo>
                  <a:lnTo>
                    <a:pt x="148159" y="657805"/>
                  </a:lnTo>
                  <a:lnTo>
                    <a:pt x="148159" y="393641"/>
                  </a:lnTo>
                  <a:lnTo>
                    <a:pt x="124262" y="393641"/>
                  </a:lnTo>
                  <a:lnTo>
                    <a:pt x="124262" y="657805"/>
                  </a:lnTo>
                  <a:lnTo>
                    <a:pt x="124262" y="660412"/>
                  </a:lnTo>
                  <a:lnTo>
                    <a:pt x="123828" y="663019"/>
                  </a:lnTo>
                  <a:lnTo>
                    <a:pt x="122959" y="665626"/>
                  </a:lnTo>
                  <a:lnTo>
                    <a:pt x="122090" y="668233"/>
                  </a:lnTo>
                  <a:lnTo>
                    <a:pt x="119483" y="673012"/>
                  </a:lnTo>
                  <a:lnTo>
                    <a:pt x="116007" y="676922"/>
                  </a:lnTo>
                  <a:lnTo>
                    <a:pt x="112097" y="680398"/>
                  </a:lnTo>
                  <a:lnTo>
                    <a:pt x="107752" y="683005"/>
                  </a:lnTo>
                  <a:lnTo>
                    <a:pt x="105145" y="683874"/>
                  </a:lnTo>
                  <a:lnTo>
                    <a:pt x="102538" y="684309"/>
                  </a:lnTo>
                  <a:lnTo>
                    <a:pt x="99931" y="684743"/>
                  </a:lnTo>
                  <a:lnTo>
                    <a:pt x="96890" y="684743"/>
                  </a:lnTo>
                  <a:lnTo>
                    <a:pt x="91676" y="684743"/>
                  </a:lnTo>
                  <a:lnTo>
                    <a:pt x="89069" y="684743"/>
                  </a:lnTo>
                  <a:lnTo>
                    <a:pt x="86462" y="684309"/>
                  </a:lnTo>
                  <a:lnTo>
                    <a:pt x="83855" y="683874"/>
                  </a:lnTo>
                  <a:lnTo>
                    <a:pt x="81248" y="683005"/>
                  </a:lnTo>
                  <a:lnTo>
                    <a:pt x="76469" y="680398"/>
                  </a:lnTo>
                  <a:lnTo>
                    <a:pt x="72558" y="676922"/>
                  </a:lnTo>
                  <a:lnTo>
                    <a:pt x="69083" y="673012"/>
                  </a:lnTo>
                  <a:lnTo>
                    <a:pt x="66476" y="668233"/>
                  </a:lnTo>
                  <a:lnTo>
                    <a:pt x="65607" y="665626"/>
                  </a:lnTo>
                  <a:lnTo>
                    <a:pt x="65172" y="663019"/>
                  </a:lnTo>
                  <a:lnTo>
                    <a:pt x="64738" y="660412"/>
                  </a:lnTo>
                  <a:lnTo>
                    <a:pt x="64738" y="657805"/>
                  </a:lnTo>
                  <a:lnTo>
                    <a:pt x="64738" y="205510"/>
                  </a:lnTo>
                  <a:lnTo>
                    <a:pt x="43448" y="205510"/>
                  </a:lnTo>
                  <a:lnTo>
                    <a:pt x="43448" y="371917"/>
                  </a:lnTo>
                  <a:lnTo>
                    <a:pt x="43014" y="376261"/>
                  </a:lnTo>
                  <a:lnTo>
                    <a:pt x="41710" y="380606"/>
                  </a:lnTo>
                  <a:lnTo>
                    <a:pt x="39538" y="384082"/>
                  </a:lnTo>
                  <a:lnTo>
                    <a:pt x="36931" y="387558"/>
                  </a:lnTo>
                  <a:lnTo>
                    <a:pt x="33455" y="390165"/>
                  </a:lnTo>
                  <a:lnTo>
                    <a:pt x="29979" y="391903"/>
                  </a:lnTo>
                  <a:lnTo>
                    <a:pt x="25634" y="393206"/>
                  </a:lnTo>
                  <a:lnTo>
                    <a:pt x="21290" y="393641"/>
                  </a:lnTo>
                  <a:lnTo>
                    <a:pt x="16945" y="393206"/>
                  </a:lnTo>
                  <a:lnTo>
                    <a:pt x="13034" y="391468"/>
                  </a:lnTo>
                  <a:lnTo>
                    <a:pt x="9559" y="389730"/>
                  </a:lnTo>
                  <a:lnTo>
                    <a:pt x="6083" y="386689"/>
                  </a:lnTo>
                  <a:lnTo>
                    <a:pt x="3476" y="383648"/>
                  </a:lnTo>
                  <a:lnTo>
                    <a:pt x="1738" y="379737"/>
                  </a:lnTo>
                  <a:lnTo>
                    <a:pt x="434" y="375392"/>
                  </a:lnTo>
                  <a:lnTo>
                    <a:pt x="0" y="371048"/>
                  </a:lnTo>
                  <a:lnTo>
                    <a:pt x="0" y="173359"/>
                  </a:lnTo>
                  <a:lnTo>
                    <a:pt x="434" y="167276"/>
                  </a:lnTo>
                  <a:lnTo>
                    <a:pt x="1303" y="162062"/>
                  </a:lnTo>
                  <a:lnTo>
                    <a:pt x="2607" y="156414"/>
                  </a:lnTo>
                  <a:lnTo>
                    <a:pt x="4345" y="151200"/>
                  </a:lnTo>
                  <a:lnTo>
                    <a:pt x="6952" y="146421"/>
                  </a:lnTo>
                  <a:lnTo>
                    <a:pt x="9559" y="141642"/>
                  </a:lnTo>
                  <a:lnTo>
                    <a:pt x="13034" y="137297"/>
                  </a:lnTo>
                  <a:lnTo>
                    <a:pt x="16510" y="133386"/>
                  </a:lnTo>
                  <a:lnTo>
                    <a:pt x="20855" y="129476"/>
                  </a:lnTo>
                  <a:lnTo>
                    <a:pt x="25200" y="126435"/>
                  </a:lnTo>
                  <a:lnTo>
                    <a:pt x="29545" y="123393"/>
                  </a:lnTo>
                  <a:lnTo>
                    <a:pt x="34759" y="121221"/>
                  </a:lnTo>
                  <a:lnTo>
                    <a:pt x="39972" y="119049"/>
                  </a:lnTo>
                  <a:lnTo>
                    <a:pt x="45186" y="117745"/>
                  </a:lnTo>
                  <a:close/>
                  <a:moveTo>
                    <a:pt x="127738" y="0"/>
                  </a:moveTo>
                  <a:lnTo>
                    <a:pt x="132952" y="0"/>
                  </a:lnTo>
                  <a:lnTo>
                    <a:pt x="138166" y="0"/>
                  </a:lnTo>
                  <a:lnTo>
                    <a:pt x="143380" y="869"/>
                  </a:lnTo>
                  <a:lnTo>
                    <a:pt x="148594" y="2173"/>
                  </a:lnTo>
                  <a:lnTo>
                    <a:pt x="153373" y="3910"/>
                  </a:lnTo>
                  <a:lnTo>
                    <a:pt x="158152" y="6517"/>
                  </a:lnTo>
                  <a:lnTo>
                    <a:pt x="162497" y="9124"/>
                  </a:lnTo>
                  <a:lnTo>
                    <a:pt x="166407" y="12166"/>
                  </a:lnTo>
                  <a:lnTo>
                    <a:pt x="170318" y="15207"/>
                  </a:lnTo>
                  <a:lnTo>
                    <a:pt x="173794" y="19117"/>
                  </a:lnTo>
                  <a:lnTo>
                    <a:pt x="176835" y="23028"/>
                  </a:lnTo>
                  <a:lnTo>
                    <a:pt x="179442" y="27372"/>
                  </a:lnTo>
                  <a:lnTo>
                    <a:pt x="181614" y="32152"/>
                  </a:lnTo>
                  <a:lnTo>
                    <a:pt x="183352" y="36931"/>
                  </a:lnTo>
                  <a:lnTo>
                    <a:pt x="184656" y="42145"/>
                  </a:lnTo>
                  <a:lnTo>
                    <a:pt x="185525" y="47359"/>
                  </a:lnTo>
                  <a:lnTo>
                    <a:pt x="185959" y="52572"/>
                  </a:lnTo>
                  <a:lnTo>
                    <a:pt x="185525" y="58221"/>
                  </a:lnTo>
                  <a:lnTo>
                    <a:pt x="184656" y="63434"/>
                  </a:lnTo>
                  <a:lnTo>
                    <a:pt x="183352" y="68648"/>
                  </a:lnTo>
                  <a:lnTo>
                    <a:pt x="181614" y="73427"/>
                  </a:lnTo>
                  <a:lnTo>
                    <a:pt x="179442" y="77772"/>
                  </a:lnTo>
                  <a:lnTo>
                    <a:pt x="176835" y="82117"/>
                  </a:lnTo>
                  <a:lnTo>
                    <a:pt x="173794" y="86462"/>
                  </a:lnTo>
                  <a:lnTo>
                    <a:pt x="170318" y="89938"/>
                  </a:lnTo>
                  <a:lnTo>
                    <a:pt x="166407" y="93414"/>
                  </a:lnTo>
                  <a:lnTo>
                    <a:pt x="162497" y="96455"/>
                  </a:lnTo>
                  <a:lnTo>
                    <a:pt x="158152" y="99062"/>
                  </a:lnTo>
                  <a:lnTo>
                    <a:pt x="153373" y="101234"/>
                  </a:lnTo>
                  <a:lnTo>
                    <a:pt x="148594" y="103407"/>
                  </a:lnTo>
                  <a:lnTo>
                    <a:pt x="143380" y="104710"/>
                  </a:lnTo>
                  <a:lnTo>
                    <a:pt x="138166" y="105145"/>
                  </a:lnTo>
                  <a:lnTo>
                    <a:pt x="132952" y="105579"/>
                  </a:lnTo>
                  <a:lnTo>
                    <a:pt x="127738" y="105145"/>
                  </a:lnTo>
                  <a:lnTo>
                    <a:pt x="122090" y="104710"/>
                  </a:lnTo>
                  <a:lnTo>
                    <a:pt x="117311" y="103407"/>
                  </a:lnTo>
                  <a:lnTo>
                    <a:pt x="112531" y="101234"/>
                  </a:lnTo>
                  <a:lnTo>
                    <a:pt x="107752" y="99062"/>
                  </a:lnTo>
                  <a:lnTo>
                    <a:pt x="103407" y="96455"/>
                  </a:lnTo>
                  <a:lnTo>
                    <a:pt x="99497" y="93414"/>
                  </a:lnTo>
                  <a:lnTo>
                    <a:pt x="95587" y="89938"/>
                  </a:lnTo>
                  <a:lnTo>
                    <a:pt x="92111" y="86462"/>
                  </a:lnTo>
                  <a:lnTo>
                    <a:pt x="89069" y="82117"/>
                  </a:lnTo>
                  <a:lnTo>
                    <a:pt x="86462" y="77772"/>
                  </a:lnTo>
                  <a:lnTo>
                    <a:pt x="84290" y="73427"/>
                  </a:lnTo>
                  <a:lnTo>
                    <a:pt x="82552" y="68648"/>
                  </a:lnTo>
                  <a:lnTo>
                    <a:pt x="81249" y="63434"/>
                  </a:lnTo>
                  <a:lnTo>
                    <a:pt x="80380" y="58221"/>
                  </a:lnTo>
                  <a:lnTo>
                    <a:pt x="79945" y="52572"/>
                  </a:lnTo>
                  <a:lnTo>
                    <a:pt x="80380" y="47359"/>
                  </a:lnTo>
                  <a:lnTo>
                    <a:pt x="81249" y="42145"/>
                  </a:lnTo>
                  <a:lnTo>
                    <a:pt x="82552" y="36931"/>
                  </a:lnTo>
                  <a:lnTo>
                    <a:pt x="84290" y="32152"/>
                  </a:lnTo>
                  <a:lnTo>
                    <a:pt x="86462" y="27372"/>
                  </a:lnTo>
                  <a:lnTo>
                    <a:pt x="89069" y="23028"/>
                  </a:lnTo>
                  <a:lnTo>
                    <a:pt x="92111" y="19117"/>
                  </a:lnTo>
                  <a:lnTo>
                    <a:pt x="95587" y="15207"/>
                  </a:lnTo>
                  <a:lnTo>
                    <a:pt x="99497" y="12166"/>
                  </a:lnTo>
                  <a:lnTo>
                    <a:pt x="103407" y="9124"/>
                  </a:lnTo>
                  <a:lnTo>
                    <a:pt x="107752" y="6517"/>
                  </a:lnTo>
                  <a:lnTo>
                    <a:pt x="112531" y="3910"/>
                  </a:lnTo>
                  <a:lnTo>
                    <a:pt x="117311" y="2173"/>
                  </a:lnTo>
                  <a:lnTo>
                    <a:pt x="122090" y="869"/>
                  </a:lnTo>
                  <a:close/>
                </a:path>
              </a:pathLst>
            </a:custGeom>
            <a:solidFill>
              <a:srgbClr val="E97B7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noAutofit/>
            </a:bodyPr>
            <a:lstStyle/>
            <a:p>
              <a:endParaRPr lang="zh-CN" altLang="en-US" sz="2400" baseline="-25000">
                <a:solidFill>
                  <a:schemeClr val="accent2">
                    <a:lumMod val="20000"/>
                    <a:lumOff val="80000"/>
                  </a:schemeClr>
                </a:solidFill>
              </a:endParaRPr>
            </a:p>
          </p:txBody>
        </p:sp>
        <p:sp>
          <p:nvSpPr>
            <p:cNvPr id="87" name="任意多边形 24"/>
            <p:cNvSpPr/>
            <p:nvPr/>
          </p:nvSpPr>
          <p:spPr>
            <a:xfrm>
              <a:off x="1500996" y="2761706"/>
              <a:ext cx="652950" cy="806994"/>
            </a:xfrm>
            <a:custGeom>
              <a:avLst/>
              <a:gdLst>
                <a:gd name="connsiteX0" fmla="*/ 602447 w 652950"/>
                <a:gd name="connsiteY0" fmla="*/ 141 h 806994"/>
                <a:gd name="connsiteX1" fmla="*/ 650040 w 652950"/>
                <a:gd name="connsiteY1" fmla="*/ 36899 h 806994"/>
                <a:gd name="connsiteX2" fmla="*/ 616051 w 652950"/>
                <a:gd name="connsiteY2" fmla="*/ 105916 h 806994"/>
                <a:gd name="connsiteX3" fmla="*/ 463550 w 652950"/>
                <a:gd name="connsiteY3" fmla="*/ 157775 h 806994"/>
                <a:gd name="connsiteX4" fmla="*/ 422003 w 652950"/>
                <a:gd name="connsiteY4" fmla="*/ 155075 h 806994"/>
                <a:gd name="connsiteX5" fmla="*/ 410852 w 652950"/>
                <a:gd name="connsiteY5" fmla="*/ 146600 h 806994"/>
                <a:gd name="connsiteX6" fmla="*/ 406405 w 652950"/>
                <a:gd name="connsiteY6" fmla="*/ 148241 h 806994"/>
                <a:gd name="connsiteX7" fmla="*/ 181132 w 652950"/>
                <a:gd name="connsiteY7" fmla="*/ 467656 h 806994"/>
                <a:gd name="connsiteX8" fmla="*/ 179482 w 652950"/>
                <a:gd name="connsiteY8" fmla="*/ 518147 h 806994"/>
                <a:gd name="connsiteX9" fmla="*/ 205105 w 652950"/>
                <a:gd name="connsiteY9" fmla="*/ 523320 h 806994"/>
                <a:gd name="connsiteX10" fmla="*/ 295276 w 652950"/>
                <a:gd name="connsiteY10" fmla="*/ 659356 h 806994"/>
                <a:gd name="connsiteX11" fmla="*/ 147638 w 652950"/>
                <a:gd name="connsiteY11" fmla="*/ 806994 h 806994"/>
                <a:gd name="connsiteX12" fmla="*/ 0 w 652950"/>
                <a:gd name="connsiteY12" fmla="*/ 659356 h 806994"/>
                <a:gd name="connsiteX13" fmla="*/ 90171 w 652950"/>
                <a:gd name="connsiteY13" fmla="*/ 523320 h 806994"/>
                <a:gd name="connsiteX14" fmla="*/ 126308 w 652950"/>
                <a:gd name="connsiteY14" fmla="*/ 516025 h 806994"/>
                <a:gd name="connsiteX15" fmla="*/ 128079 w 652950"/>
                <a:gd name="connsiteY15" fmla="*/ 461832 h 806994"/>
                <a:gd name="connsiteX16" fmla="*/ 383121 w 652950"/>
                <a:gd name="connsiteY16" fmla="*/ 100210 h 806994"/>
                <a:gd name="connsiteX17" fmla="*/ 393379 w 652950"/>
                <a:gd name="connsiteY17" fmla="*/ 96425 h 806994"/>
                <a:gd name="connsiteX18" fmla="*/ 397234 w 652950"/>
                <a:gd name="connsiteY18" fmla="*/ 82239 h 806994"/>
                <a:gd name="connsiteX19" fmla="*/ 428523 w 652950"/>
                <a:gd name="connsiteY19" fmla="*/ 54770 h 806994"/>
                <a:gd name="connsiteX20" fmla="*/ 581023 w 652950"/>
                <a:gd name="connsiteY20" fmla="*/ 2911 h 806994"/>
                <a:gd name="connsiteX21" fmla="*/ 602447 w 652950"/>
                <a:gd name="connsiteY21" fmla="*/ 141 h 806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52950" h="806994">
                  <a:moveTo>
                    <a:pt x="602447" y="141"/>
                  </a:moveTo>
                  <a:cubicBezTo>
                    <a:pt x="623590" y="1673"/>
                    <a:pt x="642785" y="15566"/>
                    <a:pt x="650040" y="36899"/>
                  </a:cubicBezTo>
                  <a:cubicBezTo>
                    <a:pt x="659712" y="65343"/>
                    <a:pt x="644495" y="96243"/>
                    <a:pt x="616051" y="105916"/>
                  </a:cubicBezTo>
                  <a:lnTo>
                    <a:pt x="463550" y="157775"/>
                  </a:lnTo>
                  <a:cubicBezTo>
                    <a:pt x="449328" y="162611"/>
                    <a:pt x="434492" y="161225"/>
                    <a:pt x="422003" y="155075"/>
                  </a:cubicBezTo>
                  <a:lnTo>
                    <a:pt x="410852" y="146600"/>
                  </a:lnTo>
                  <a:lnTo>
                    <a:pt x="406405" y="148241"/>
                  </a:lnTo>
                  <a:cubicBezTo>
                    <a:pt x="283518" y="207880"/>
                    <a:pt x="196325" y="327691"/>
                    <a:pt x="181132" y="467656"/>
                  </a:cubicBezTo>
                  <a:lnTo>
                    <a:pt x="179482" y="518147"/>
                  </a:lnTo>
                  <a:lnTo>
                    <a:pt x="205105" y="523320"/>
                  </a:lnTo>
                  <a:cubicBezTo>
                    <a:pt x="258095" y="545733"/>
                    <a:pt x="295276" y="598203"/>
                    <a:pt x="295276" y="659356"/>
                  </a:cubicBezTo>
                  <a:cubicBezTo>
                    <a:pt x="295276" y="740894"/>
                    <a:pt x="229176" y="806994"/>
                    <a:pt x="147638" y="806994"/>
                  </a:cubicBezTo>
                  <a:cubicBezTo>
                    <a:pt x="66100" y="806994"/>
                    <a:pt x="0" y="740894"/>
                    <a:pt x="0" y="659356"/>
                  </a:cubicBezTo>
                  <a:cubicBezTo>
                    <a:pt x="0" y="598203"/>
                    <a:pt x="37181" y="545733"/>
                    <a:pt x="90171" y="523320"/>
                  </a:cubicBezTo>
                  <a:lnTo>
                    <a:pt x="126308" y="516025"/>
                  </a:lnTo>
                  <a:lnTo>
                    <a:pt x="128079" y="461832"/>
                  </a:lnTo>
                  <a:cubicBezTo>
                    <a:pt x="145280" y="303372"/>
                    <a:pt x="243994" y="167729"/>
                    <a:pt x="383121" y="100210"/>
                  </a:cubicBezTo>
                  <a:lnTo>
                    <a:pt x="393379" y="96425"/>
                  </a:lnTo>
                  <a:lnTo>
                    <a:pt x="397234" y="82239"/>
                  </a:lnTo>
                  <a:cubicBezTo>
                    <a:pt x="403385" y="69750"/>
                    <a:pt x="414300" y="59606"/>
                    <a:pt x="428523" y="54770"/>
                  </a:cubicBezTo>
                  <a:lnTo>
                    <a:pt x="581023" y="2911"/>
                  </a:lnTo>
                  <a:cubicBezTo>
                    <a:pt x="588134" y="492"/>
                    <a:pt x="595399" y="-371"/>
                    <a:pt x="602447" y="141"/>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任意多边形 25"/>
            <p:cNvSpPr/>
            <p:nvPr/>
          </p:nvSpPr>
          <p:spPr>
            <a:xfrm>
              <a:off x="1252538" y="3390901"/>
              <a:ext cx="2200275" cy="1476374"/>
            </a:xfrm>
            <a:custGeom>
              <a:avLst/>
              <a:gdLst>
                <a:gd name="connsiteX0" fmla="*/ 35719 w 2200275"/>
                <a:gd name="connsiteY0" fmla="*/ 0 h 1476374"/>
                <a:gd name="connsiteX1" fmla="*/ 2164556 w 2200275"/>
                <a:gd name="connsiteY1" fmla="*/ 0 h 1476374"/>
                <a:gd name="connsiteX2" fmla="*/ 2200275 w 2200275"/>
                <a:gd name="connsiteY2" fmla="*/ 35719 h 1476374"/>
                <a:gd name="connsiteX3" fmla="*/ 2164556 w 2200275"/>
                <a:gd name="connsiteY3" fmla="*/ 71438 h 1476374"/>
                <a:gd name="connsiteX4" fmla="*/ 2073964 w 2200275"/>
                <a:gd name="connsiteY4" fmla="*/ 71438 h 1476374"/>
                <a:gd name="connsiteX5" fmla="*/ 1924646 w 2200275"/>
                <a:gd name="connsiteY5" fmla="*/ 319087 h 1476374"/>
                <a:gd name="connsiteX6" fmla="*/ 1609725 w 2200275"/>
                <a:gd name="connsiteY6" fmla="*/ 319087 h 1476374"/>
                <a:gd name="connsiteX7" fmla="*/ 1609725 w 2200275"/>
                <a:gd name="connsiteY7" fmla="*/ 1288256 h 1476374"/>
                <a:gd name="connsiteX8" fmla="*/ 1872853 w 2200275"/>
                <a:gd name="connsiteY8" fmla="*/ 1288256 h 1476374"/>
                <a:gd name="connsiteX9" fmla="*/ 1966912 w 2200275"/>
                <a:gd name="connsiteY9" fmla="*/ 1382315 h 1476374"/>
                <a:gd name="connsiteX10" fmla="*/ 1872853 w 2200275"/>
                <a:gd name="connsiteY10" fmla="*/ 1476374 h 1476374"/>
                <a:gd name="connsiteX11" fmla="*/ 327421 w 2200275"/>
                <a:gd name="connsiteY11" fmla="*/ 1476374 h 1476374"/>
                <a:gd name="connsiteX12" fmla="*/ 233362 w 2200275"/>
                <a:gd name="connsiteY12" fmla="*/ 1382315 h 1476374"/>
                <a:gd name="connsiteX13" fmla="*/ 327421 w 2200275"/>
                <a:gd name="connsiteY13" fmla="*/ 1288256 h 1476374"/>
                <a:gd name="connsiteX14" fmla="*/ 590550 w 2200275"/>
                <a:gd name="connsiteY14" fmla="*/ 1288256 h 1476374"/>
                <a:gd name="connsiteX15" fmla="*/ 590550 w 2200275"/>
                <a:gd name="connsiteY15" fmla="*/ 319087 h 1476374"/>
                <a:gd name="connsiteX16" fmla="*/ 275630 w 2200275"/>
                <a:gd name="connsiteY16" fmla="*/ 319087 h 1476374"/>
                <a:gd name="connsiteX17" fmla="*/ 126312 w 2200275"/>
                <a:gd name="connsiteY17" fmla="*/ 71438 h 1476374"/>
                <a:gd name="connsiteX18" fmla="*/ 35719 w 2200275"/>
                <a:gd name="connsiteY18" fmla="*/ 71438 h 1476374"/>
                <a:gd name="connsiteX19" fmla="*/ 0 w 2200275"/>
                <a:gd name="connsiteY19" fmla="*/ 35719 h 1476374"/>
                <a:gd name="connsiteX20" fmla="*/ 35719 w 2200275"/>
                <a:gd name="connsiteY20" fmla="*/ 0 h 1476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00275" h="1476374">
                  <a:moveTo>
                    <a:pt x="35719" y="0"/>
                  </a:moveTo>
                  <a:lnTo>
                    <a:pt x="2164556" y="0"/>
                  </a:lnTo>
                  <a:cubicBezTo>
                    <a:pt x="2184283" y="0"/>
                    <a:pt x="2200275" y="15992"/>
                    <a:pt x="2200275" y="35719"/>
                  </a:cubicBezTo>
                  <a:cubicBezTo>
                    <a:pt x="2200275" y="55446"/>
                    <a:pt x="2184283" y="71438"/>
                    <a:pt x="2164556" y="71438"/>
                  </a:cubicBezTo>
                  <a:lnTo>
                    <a:pt x="2073964" y="71438"/>
                  </a:lnTo>
                  <a:lnTo>
                    <a:pt x="1924646" y="319087"/>
                  </a:lnTo>
                  <a:lnTo>
                    <a:pt x="1609725" y="319087"/>
                  </a:lnTo>
                  <a:lnTo>
                    <a:pt x="1609725" y="1288256"/>
                  </a:lnTo>
                  <a:lnTo>
                    <a:pt x="1872853" y="1288256"/>
                  </a:lnTo>
                  <a:cubicBezTo>
                    <a:pt x="1924800" y="1288256"/>
                    <a:pt x="1966912" y="1330368"/>
                    <a:pt x="1966912" y="1382315"/>
                  </a:cubicBezTo>
                  <a:cubicBezTo>
                    <a:pt x="1966912" y="1434262"/>
                    <a:pt x="1924800" y="1476374"/>
                    <a:pt x="1872853" y="1476374"/>
                  </a:cubicBezTo>
                  <a:lnTo>
                    <a:pt x="327421" y="1476374"/>
                  </a:lnTo>
                  <a:cubicBezTo>
                    <a:pt x="275474" y="1476374"/>
                    <a:pt x="233362" y="1434262"/>
                    <a:pt x="233362" y="1382315"/>
                  </a:cubicBezTo>
                  <a:cubicBezTo>
                    <a:pt x="233362" y="1330368"/>
                    <a:pt x="275474" y="1288256"/>
                    <a:pt x="327421" y="1288256"/>
                  </a:cubicBezTo>
                  <a:lnTo>
                    <a:pt x="590550" y="1288256"/>
                  </a:lnTo>
                  <a:lnTo>
                    <a:pt x="590550" y="319087"/>
                  </a:lnTo>
                  <a:lnTo>
                    <a:pt x="275630" y="319087"/>
                  </a:lnTo>
                  <a:lnTo>
                    <a:pt x="126312" y="71438"/>
                  </a:lnTo>
                  <a:lnTo>
                    <a:pt x="35719" y="71438"/>
                  </a:lnTo>
                  <a:cubicBezTo>
                    <a:pt x="15992" y="71438"/>
                    <a:pt x="0" y="55446"/>
                    <a:pt x="0" y="35719"/>
                  </a:cubicBezTo>
                  <a:cubicBezTo>
                    <a:pt x="0" y="15992"/>
                    <a:pt x="15992" y="0"/>
                    <a:pt x="35719"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 name="文本框 1"/>
          <p:cNvSpPr txBox="1"/>
          <p:nvPr/>
        </p:nvSpPr>
        <p:spPr>
          <a:xfrm>
            <a:off x="1849755" y="1217930"/>
            <a:ext cx="6972935" cy="2030095"/>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无论是任何一种关系，作为人与人之间交流与相处，起码的尊重是一种和谐关系的前提保障。大学同学来自五湖四海祖国各地，有着不一样的家庭环境，有着区域性的文化差异，理所当然存在着各种矛盾碰撞。有的同学可能在城市长大，家境比较殷实，有的同学生长在大山里，家境比较困难。那么，这样的两位同学在一个寝室中生活，就很难保持一个层面的生活状态，如何在这种现实差异中找到和谐相处的融洽点，对彼此的尊重是起码的相处前提。</a:t>
            </a:r>
            <a:endParaRPr lang="zh-CN" altLang="en-US">
              <a:solidFill>
                <a:schemeClr val="accent1"/>
              </a:solidFill>
              <a:effectLst>
                <a:outerShdw blurRad="38100" dist="25400" dir="5400000" algn="ctr" rotWithShape="0">
                  <a:srgbClr val="6E747A">
                    <a:alpha val="43000"/>
                  </a:srgbClr>
                </a:outerShdw>
              </a:effectLst>
            </a:endParaRPr>
          </a:p>
        </p:txBody>
      </p:sp>
      <p:sp>
        <p:nvSpPr>
          <p:cNvPr id="4" name="文本框 3"/>
          <p:cNvSpPr txBox="1"/>
          <p:nvPr/>
        </p:nvSpPr>
        <p:spPr>
          <a:xfrm>
            <a:off x="1849755" y="3557905"/>
            <a:ext cx="7084695" cy="2030095"/>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作为同一个寝室的舍友，我们要有一个集体向心的归属感。无论是家庭富裕的同学，还是家境贫寒的学子，既然我们能生活的一个屋檐下，一起度过美好的大学时光，这就是一种缘分。对于远离家乡求学的同学而言，寝室就是一个小家庭，舍友就是我们的兄弟，就是我们的姐妹。在一种家的温馨感怀之下，寝室里的每一员会有共同的荣誉感，共同的归属感，在从事各项活动，以及学习和生活中就会维护共同的这种淳朴小家观念，家的温馨是寝室相处最温暖和感怀的情感。</a:t>
            </a:r>
            <a:endParaRPr lang="zh-CN" altLang="en-US">
              <a:solidFill>
                <a:schemeClr val="accent1"/>
              </a:solidFill>
              <a:effectLst>
                <a:outerShdw blurRad="38100" dist="25400" dir="5400000" algn="ctr" rotWithShape="0">
                  <a:srgbClr val="6E747A">
                    <a:alpha val="43000"/>
                  </a:srgbClr>
                </a:outerShdw>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fade">
                                      <p:cBhvr>
                                        <p:cTn id="12" dur="500"/>
                                        <p:tgtEl>
                                          <p:spTgt spid="57"/>
                                        </p:tgtEl>
                                      </p:cBhvr>
                                    </p:animEffect>
                                  </p:childTnLst>
                                </p:cTn>
                              </p:par>
                              <p:par>
                                <p:cTn id="13" presetID="10"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fade">
                                      <p:cBhvr>
                                        <p:cTn id="15" dur="500"/>
                                        <p:tgtEl>
                                          <p:spTgt spid="5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fade">
                                      <p:cBhvr>
                                        <p:cTn id="18" dur="500"/>
                                        <p:tgtEl>
                                          <p:spTgt spid="62"/>
                                        </p:tgtEl>
                                      </p:cBhvr>
                                    </p:animEffect>
                                  </p:childTnLst>
                                </p:cTn>
                              </p:par>
                              <p:par>
                                <p:cTn id="19" presetID="10" presetClass="entr" presetSubtype="0"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fade">
                                      <p:cBhvr>
                                        <p:cTn id="24" dur="500"/>
                                        <p:tgtEl>
                                          <p:spTgt spid="53"/>
                                        </p:tgtEl>
                                      </p:cBhvr>
                                    </p:animEffect>
                                  </p:childTnLst>
                                </p:cTn>
                              </p:par>
                              <p:par>
                                <p:cTn id="25" presetID="10"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85"/>
                                        </p:tgtEl>
                                        <p:attrNameLst>
                                          <p:attrName>style.visibility</p:attrName>
                                        </p:attrNameLst>
                                      </p:cBhvr>
                                      <p:to>
                                        <p:strVal val="visible"/>
                                      </p:to>
                                    </p:set>
                                    <p:anim calcmode="lin" valueType="num">
                                      <p:cBhvr>
                                        <p:cTn id="32" dur="500" fill="hold"/>
                                        <p:tgtEl>
                                          <p:spTgt spid="85"/>
                                        </p:tgtEl>
                                        <p:attrNameLst>
                                          <p:attrName>ppt_w</p:attrName>
                                        </p:attrNameLst>
                                      </p:cBhvr>
                                      <p:tavLst>
                                        <p:tav tm="0">
                                          <p:val>
                                            <p:fltVal val="0"/>
                                          </p:val>
                                        </p:tav>
                                        <p:tav tm="100000">
                                          <p:val>
                                            <p:strVal val="#ppt_w"/>
                                          </p:val>
                                        </p:tav>
                                      </p:tavLst>
                                    </p:anim>
                                    <p:anim calcmode="lin" valueType="num">
                                      <p:cBhvr>
                                        <p:cTn id="33" dur="500" fill="hold"/>
                                        <p:tgtEl>
                                          <p:spTgt spid="85"/>
                                        </p:tgtEl>
                                        <p:attrNameLst>
                                          <p:attrName>ppt_h</p:attrName>
                                        </p:attrNameLst>
                                      </p:cBhvr>
                                      <p:tavLst>
                                        <p:tav tm="0">
                                          <p:val>
                                            <p:fltVal val="0"/>
                                          </p:val>
                                        </p:tav>
                                        <p:tav tm="100000">
                                          <p:val>
                                            <p:strVal val="#ppt_h"/>
                                          </p:val>
                                        </p:tav>
                                      </p:tavLst>
                                    </p:anim>
                                    <p:animEffect transition="in" filter="fade">
                                      <p:cBhvr>
                                        <p:cTn id="34"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7" grpId="0" bldLvl="0" animBg="1"/>
      <p:bldP spid="6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4642124" y="600152"/>
            <a:ext cx="2907752" cy="307777"/>
          </a:xfrm>
          <a:prstGeom prst="rect">
            <a:avLst/>
          </a:prstGeom>
        </p:spPr>
        <p:txBody>
          <a:bodyPr wrap="square">
            <a:spAutoFit/>
          </a:bodyPr>
          <a:lstStyle/>
          <a:p>
            <a:pPr algn="ctr" defTabSz="825500" hangingPunct="0"/>
            <a:r>
              <a:rPr lang="en-US" altLang="zh-CN" sz="1400" kern="0" dirty="0">
                <a:solidFill>
                  <a:schemeClr val="tx1">
                    <a:lumMod val="75000"/>
                    <a:lumOff val="25000"/>
                  </a:schemeClr>
                </a:solidFill>
                <a:latin typeface="+mn-ea"/>
                <a:cs typeface="+mn-ea"/>
                <a:sym typeface="Arial" panose="020B0604020202020204" pitchFamily="34" charset="0"/>
              </a:rPr>
              <a:t>CLASS MEETING</a:t>
            </a:r>
            <a:endParaRPr lang="en-US" altLang="zh-CN" sz="1400" kern="0" dirty="0">
              <a:solidFill>
                <a:schemeClr val="tx1">
                  <a:lumMod val="75000"/>
                  <a:lumOff val="25000"/>
                </a:schemeClr>
              </a:solidFill>
              <a:latin typeface="+mn-ea"/>
              <a:cs typeface="+mn-ea"/>
              <a:sym typeface="Arial" panose="020B0604020202020204" pitchFamily="34" charset="0"/>
            </a:endParaRPr>
          </a:p>
        </p:txBody>
      </p:sp>
      <p:sp>
        <p:nvSpPr>
          <p:cNvPr id="42" name="文本框 41"/>
          <p:cNvSpPr txBox="1"/>
          <p:nvPr/>
        </p:nvSpPr>
        <p:spPr>
          <a:xfrm>
            <a:off x="543900" y="292162"/>
            <a:ext cx="11104200" cy="400110"/>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7195">
                <a:solidFill>
                  <a:schemeClr val="tx1">
                    <a:lumMod val="75000"/>
                    <a:lumOff val="25000"/>
                  </a:schemeClr>
                </a:solidFill>
                <a:latin typeface="Arial" panose="020B0604020202020204" pitchFamily="34" charset="0"/>
                <a:ea typeface="微软雅黑" panose="020B0503020204020204" pitchFamily="34" charset="-122"/>
                <a:cs typeface="+mn-ea"/>
              </a:defRPr>
            </a:lvl1pPr>
          </a:lstStyle>
          <a:p>
            <a:pPr marL="0" marR="0" lvl="0" indent="0" algn="ctr" defTabSz="825500" eaLnBrk="1" fontAlgn="auto" latinLnBrk="0" hangingPunct="0">
              <a:lnSpc>
                <a:spcPct val="100000"/>
              </a:lnSpc>
              <a:spcBef>
                <a:spcPts val="0"/>
              </a:spcBef>
              <a:spcAft>
                <a:spcPts val="0"/>
              </a:spcAft>
              <a:buClrTx/>
              <a:buSzTx/>
              <a:buFontTx/>
              <a:buNone/>
              <a:defRPr/>
            </a:pPr>
            <a:r>
              <a:rPr lang="zh-CN" altLang="en-US" sz="2000" kern="0" dirty="0">
                <a:solidFill>
                  <a:srgbClr val="333F50"/>
                </a:solidFill>
                <a:latin typeface="方正清刻本悦宋简体" panose="02000000000000000000" pitchFamily="2" charset="-122"/>
                <a:ea typeface="方正清刻本悦宋简体" panose="02000000000000000000" pitchFamily="2" charset="-122"/>
                <a:sym typeface="Arial" panose="020B0604020202020204" pitchFamily="34" charset="0"/>
              </a:rPr>
              <a:t>心理健康作用</a:t>
            </a:r>
            <a:endParaRPr kumimoji="0" lang="zh-CN" altLang="en-US" sz="2000" i="0" u="none" strike="noStrike" kern="0" cap="none" spc="0" normalizeH="0" baseline="0" noProof="0" dirty="0">
              <a:ln>
                <a:noFill/>
              </a:ln>
              <a:solidFill>
                <a:srgbClr val="333F50"/>
              </a:solidFill>
              <a:effectLst/>
              <a:uLnTx/>
              <a:uFillTx/>
              <a:latin typeface="方正清刻本悦宋简体" panose="02000000000000000000" pitchFamily="2" charset="-122"/>
              <a:ea typeface="方正清刻本悦宋简体" panose="02000000000000000000" pitchFamily="2" charset="-122"/>
              <a:sym typeface="Arial" panose="020B0604020202020204" pitchFamily="34" charset="0"/>
            </a:endParaRPr>
          </a:p>
        </p:txBody>
      </p:sp>
      <p:grpSp>
        <p:nvGrpSpPr>
          <p:cNvPr id="43" name="Group 276"/>
          <p:cNvGrpSpPr/>
          <p:nvPr/>
        </p:nvGrpSpPr>
        <p:grpSpPr>
          <a:xfrm>
            <a:off x="5219029" y="913869"/>
            <a:ext cx="1771461" cy="82267"/>
            <a:chOff x="5071484" y="4559432"/>
            <a:chExt cx="1599308" cy="74272"/>
          </a:xfrm>
        </p:grpSpPr>
        <p:sp>
          <p:nvSpPr>
            <p:cNvPr id="44" name="Oval 268"/>
            <p:cNvSpPr/>
            <p:nvPr/>
          </p:nvSpPr>
          <p:spPr>
            <a:xfrm>
              <a:off x="5834002" y="4559432"/>
              <a:ext cx="74272" cy="74272"/>
            </a:xfrm>
            <a:prstGeom prst="ellipse">
              <a:avLst/>
            </a:prstGeom>
            <a:noFill/>
            <a:ln w="12700" cap="flat" cmpd="sng" algn="ctr">
              <a:solidFill>
                <a:srgbClr val="53585F">
                  <a:lumMod val="40000"/>
                  <a:lumOff val="60000"/>
                </a:srgbClr>
              </a:solidFill>
              <a:prstDash val="solid"/>
            </a:ln>
            <a:effectLst/>
          </p:spPr>
          <p:txBody>
            <a:bodyPr rtlCol="0" anchor="ctr"/>
            <a:lstStyle/>
            <a:p>
              <a:pPr marL="0" marR="0" lvl="0" indent="0" algn="ctr" defTabSz="1828165" eaLnBrk="1" fontAlgn="auto" latinLnBrk="0" hangingPunct="0">
                <a:lnSpc>
                  <a:spcPct val="100000"/>
                </a:lnSpc>
                <a:spcBef>
                  <a:spcPts val="0"/>
                </a:spcBef>
                <a:spcAft>
                  <a:spcPts val="0"/>
                </a:spcAft>
                <a:buClrTx/>
                <a:buSzTx/>
                <a:buFontTx/>
                <a:buNone/>
                <a:defRPr/>
              </a:pPr>
              <a:endParaRPr kumimoji="0" lang="id-ID" sz="2700" b="0" i="0" u="none" strike="noStrike" kern="0" cap="none" spc="0" normalizeH="0" baseline="0" noProof="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5" name="Group 275"/>
            <p:cNvGrpSpPr/>
            <p:nvPr/>
          </p:nvGrpSpPr>
          <p:grpSpPr>
            <a:xfrm>
              <a:off x="5071484" y="4596568"/>
              <a:ext cx="1599308" cy="0"/>
              <a:chOff x="5071484" y="4596568"/>
              <a:chExt cx="1599308" cy="0"/>
            </a:xfrm>
          </p:grpSpPr>
          <p:cxnSp>
            <p:nvCxnSpPr>
              <p:cNvPr id="46" name="Straight Connector 265"/>
              <p:cNvCxnSpPr>
                <a:endCxn id="44" idx="2"/>
              </p:cNvCxnSpPr>
              <p:nvPr/>
            </p:nvCxnSpPr>
            <p:spPr>
              <a:xfrm>
                <a:off x="5071484" y="4596568"/>
                <a:ext cx="762518" cy="0"/>
              </a:xfrm>
              <a:prstGeom prst="line">
                <a:avLst/>
              </a:prstGeom>
              <a:noFill/>
              <a:ln w="12700" cap="flat" cmpd="sng" algn="ctr">
                <a:solidFill>
                  <a:srgbClr val="53585F">
                    <a:lumMod val="40000"/>
                    <a:lumOff val="60000"/>
                  </a:srgbClr>
                </a:solidFill>
                <a:prstDash val="solid"/>
              </a:ln>
              <a:effectLst/>
            </p:spPr>
          </p:cxnSp>
          <p:cxnSp>
            <p:nvCxnSpPr>
              <p:cNvPr id="47" name="Straight Connector 274"/>
              <p:cNvCxnSpPr/>
              <p:nvPr/>
            </p:nvCxnSpPr>
            <p:spPr>
              <a:xfrm>
                <a:off x="5906886" y="4596568"/>
                <a:ext cx="763906" cy="0"/>
              </a:xfrm>
              <a:prstGeom prst="line">
                <a:avLst/>
              </a:prstGeom>
              <a:noFill/>
              <a:ln w="12700" cap="flat" cmpd="sng" algn="ctr">
                <a:solidFill>
                  <a:srgbClr val="53585F">
                    <a:lumMod val="40000"/>
                    <a:lumOff val="60000"/>
                  </a:srgbClr>
                </a:solidFill>
                <a:prstDash val="solid"/>
              </a:ln>
              <a:effectLst/>
            </p:spPr>
          </p:cxnSp>
        </p:grpSp>
      </p:grpSp>
      <p:sp>
        <p:nvSpPr>
          <p:cNvPr id="48" name="矩形 47"/>
          <p:cNvSpPr/>
          <p:nvPr/>
        </p:nvSpPr>
        <p:spPr>
          <a:xfrm>
            <a:off x="6060142" y="0"/>
            <a:ext cx="62753" cy="26593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3F50"/>
              </a:solidFill>
            </a:endParaRPr>
          </a:p>
        </p:txBody>
      </p:sp>
      <p:sp>
        <p:nvSpPr>
          <p:cNvPr id="53" name="Oval 48"/>
          <p:cNvSpPr/>
          <p:nvPr/>
        </p:nvSpPr>
        <p:spPr>
          <a:xfrm>
            <a:off x="505564" y="4117995"/>
            <a:ext cx="924817" cy="924817"/>
          </a:xfrm>
          <a:prstGeom prst="ellipse">
            <a:avLst/>
          </a:prstGeom>
          <a:solidFill>
            <a:srgbClr val="0070C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a typeface="+mn-ea"/>
              <a:cs typeface="+mn-cs"/>
            </a:endParaRPr>
          </a:p>
        </p:txBody>
      </p:sp>
      <p:grpSp>
        <p:nvGrpSpPr>
          <p:cNvPr id="54" name="Group 52"/>
          <p:cNvGrpSpPr/>
          <p:nvPr/>
        </p:nvGrpSpPr>
        <p:grpSpPr>
          <a:xfrm>
            <a:off x="775013" y="4387649"/>
            <a:ext cx="384647" cy="384495"/>
            <a:chOff x="0" y="1588"/>
            <a:chExt cx="4016375" cy="4014787"/>
          </a:xfrm>
          <a:solidFill>
            <a:srgbClr val="7FA3A9"/>
          </a:solidFill>
        </p:grpSpPr>
        <p:sp>
          <p:nvSpPr>
            <p:cNvPr id="55" name="Freeform 48"/>
            <p:cNvSpPr>
              <a:spLocks noEditPoints="1"/>
            </p:cNvSpPr>
            <p:nvPr/>
          </p:nvSpPr>
          <p:spPr bwMode="auto">
            <a:xfrm>
              <a:off x="0" y="1588"/>
              <a:ext cx="4016375" cy="4014787"/>
            </a:xfrm>
            <a:custGeom>
              <a:avLst/>
              <a:gdLst>
                <a:gd name="T0" fmla="*/ 690 w 1068"/>
                <a:gd name="T1" fmla="*/ 335 h 1068"/>
                <a:gd name="T2" fmla="*/ 534 w 1068"/>
                <a:gd name="T3" fmla="*/ 0 h 1068"/>
                <a:gd name="T4" fmla="*/ 301 w 1068"/>
                <a:gd name="T5" fmla="*/ 342 h 1068"/>
                <a:gd name="T6" fmla="*/ 267 w 1068"/>
                <a:gd name="T7" fmla="*/ 360 h 1068"/>
                <a:gd name="T8" fmla="*/ 100 w 1068"/>
                <a:gd name="T9" fmla="*/ 334 h 1068"/>
                <a:gd name="T10" fmla="*/ 0 w 1068"/>
                <a:gd name="T11" fmla="*/ 968 h 1068"/>
                <a:gd name="T12" fmla="*/ 201 w 1068"/>
                <a:gd name="T13" fmla="*/ 1068 h 1068"/>
                <a:gd name="T14" fmla="*/ 291 w 1068"/>
                <a:gd name="T15" fmla="*/ 1011 h 1068"/>
                <a:gd name="T16" fmla="*/ 301 w 1068"/>
                <a:gd name="T17" fmla="*/ 1013 h 1068"/>
                <a:gd name="T18" fmla="*/ 635 w 1068"/>
                <a:gd name="T19" fmla="*/ 1068 h 1068"/>
                <a:gd name="T20" fmla="*/ 937 w 1068"/>
                <a:gd name="T21" fmla="*/ 1004 h 1068"/>
                <a:gd name="T22" fmla="*/ 952 w 1068"/>
                <a:gd name="T23" fmla="*/ 909 h 1068"/>
                <a:gd name="T24" fmla="*/ 1007 w 1068"/>
                <a:gd name="T25" fmla="*/ 732 h 1068"/>
                <a:gd name="T26" fmla="*/ 1039 w 1068"/>
                <a:gd name="T27" fmla="*/ 560 h 1068"/>
                <a:gd name="T28" fmla="*/ 1068 w 1068"/>
                <a:gd name="T29" fmla="*/ 481 h 1068"/>
                <a:gd name="T30" fmla="*/ 974 w 1068"/>
                <a:gd name="T31" fmla="*/ 349 h 1068"/>
                <a:gd name="T32" fmla="*/ 201 w 1068"/>
                <a:gd name="T33" fmla="*/ 1001 h 1068"/>
                <a:gd name="T34" fmla="*/ 67 w 1068"/>
                <a:gd name="T35" fmla="*/ 968 h 1068"/>
                <a:gd name="T36" fmla="*/ 100 w 1068"/>
                <a:gd name="T37" fmla="*/ 401 h 1068"/>
                <a:gd name="T38" fmla="*/ 234 w 1068"/>
                <a:gd name="T39" fmla="*/ 434 h 1068"/>
                <a:gd name="T40" fmla="*/ 1001 w 1068"/>
                <a:gd name="T41" fmla="*/ 485 h 1068"/>
                <a:gd name="T42" fmla="*/ 868 w 1068"/>
                <a:gd name="T43" fmla="*/ 534 h 1068"/>
                <a:gd name="T44" fmla="*/ 868 w 1068"/>
                <a:gd name="T45" fmla="*/ 567 h 1068"/>
                <a:gd name="T46" fmla="*/ 986 w 1068"/>
                <a:gd name="T47" fmla="*/ 629 h 1068"/>
                <a:gd name="T48" fmla="*/ 835 w 1068"/>
                <a:gd name="T49" fmla="*/ 701 h 1068"/>
                <a:gd name="T50" fmla="*/ 835 w 1068"/>
                <a:gd name="T51" fmla="*/ 734 h 1068"/>
                <a:gd name="T52" fmla="*/ 944 w 1068"/>
                <a:gd name="T53" fmla="*/ 803 h 1068"/>
                <a:gd name="T54" fmla="*/ 801 w 1068"/>
                <a:gd name="T55" fmla="*/ 868 h 1068"/>
                <a:gd name="T56" fmla="*/ 801 w 1068"/>
                <a:gd name="T57" fmla="*/ 901 h 1068"/>
                <a:gd name="T58" fmla="*/ 888 w 1068"/>
                <a:gd name="T59" fmla="*/ 948 h 1068"/>
                <a:gd name="T60" fmla="*/ 818 w 1068"/>
                <a:gd name="T61" fmla="*/ 1001 h 1068"/>
                <a:gd name="T62" fmla="*/ 450 w 1068"/>
                <a:gd name="T63" fmla="*/ 980 h 1068"/>
                <a:gd name="T64" fmla="*/ 268 w 1068"/>
                <a:gd name="T65" fmla="*/ 914 h 1068"/>
                <a:gd name="T66" fmla="*/ 294 w 1068"/>
                <a:gd name="T67" fmla="*/ 418 h 1068"/>
                <a:gd name="T68" fmla="*/ 501 w 1068"/>
                <a:gd name="T69" fmla="*/ 100 h 1068"/>
                <a:gd name="T70" fmla="*/ 632 w 1068"/>
                <a:gd name="T71" fmla="*/ 225 h 1068"/>
                <a:gd name="T72" fmla="*/ 962 w 1068"/>
                <a:gd name="T73" fmla="*/ 413 h 1068"/>
                <a:gd name="T74" fmla="*/ 1001 w 1068"/>
                <a:gd name="T75" fmla="*/ 485 h 1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68" h="1068">
                  <a:moveTo>
                    <a:pt x="974" y="349"/>
                  </a:moveTo>
                  <a:cubicBezTo>
                    <a:pt x="932" y="339"/>
                    <a:pt x="834" y="339"/>
                    <a:pt x="690" y="335"/>
                  </a:cubicBezTo>
                  <a:cubicBezTo>
                    <a:pt x="697" y="304"/>
                    <a:pt x="699" y="275"/>
                    <a:pt x="699" y="225"/>
                  </a:cubicBezTo>
                  <a:cubicBezTo>
                    <a:pt x="699" y="105"/>
                    <a:pt x="611" y="0"/>
                    <a:pt x="534" y="0"/>
                  </a:cubicBezTo>
                  <a:cubicBezTo>
                    <a:pt x="480" y="0"/>
                    <a:pt x="435" y="45"/>
                    <a:pt x="434" y="99"/>
                  </a:cubicBezTo>
                  <a:cubicBezTo>
                    <a:pt x="433" y="167"/>
                    <a:pt x="413" y="283"/>
                    <a:pt x="301" y="342"/>
                  </a:cubicBezTo>
                  <a:cubicBezTo>
                    <a:pt x="292" y="346"/>
                    <a:pt x="269" y="357"/>
                    <a:pt x="265" y="359"/>
                  </a:cubicBezTo>
                  <a:cubicBezTo>
                    <a:pt x="267" y="360"/>
                    <a:pt x="267" y="360"/>
                    <a:pt x="267" y="360"/>
                  </a:cubicBezTo>
                  <a:cubicBezTo>
                    <a:pt x="250" y="345"/>
                    <a:pt x="225" y="334"/>
                    <a:pt x="201" y="334"/>
                  </a:cubicBezTo>
                  <a:cubicBezTo>
                    <a:pt x="100" y="334"/>
                    <a:pt x="100" y="334"/>
                    <a:pt x="100" y="334"/>
                  </a:cubicBezTo>
                  <a:cubicBezTo>
                    <a:pt x="45" y="334"/>
                    <a:pt x="0" y="379"/>
                    <a:pt x="0" y="434"/>
                  </a:cubicBezTo>
                  <a:cubicBezTo>
                    <a:pt x="0" y="968"/>
                    <a:pt x="0" y="968"/>
                    <a:pt x="0" y="968"/>
                  </a:cubicBezTo>
                  <a:cubicBezTo>
                    <a:pt x="0" y="1023"/>
                    <a:pt x="45" y="1068"/>
                    <a:pt x="100" y="1068"/>
                  </a:cubicBezTo>
                  <a:cubicBezTo>
                    <a:pt x="201" y="1068"/>
                    <a:pt x="201" y="1068"/>
                    <a:pt x="201" y="1068"/>
                  </a:cubicBezTo>
                  <a:cubicBezTo>
                    <a:pt x="240" y="1068"/>
                    <a:pt x="273" y="1044"/>
                    <a:pt x="290" y="1010"/>
                  </a:cubicBezTo>
                  <a:cubicBezTo>
                    <a:pt x="290" y="1011"/>
                    <a:pt x="291" y="1011"/>
                    <a:pt x="291" y="1011"/>
                  </a:cubicBezTo>
                  <a:cubicBezTo>
                    <a:pt x="293" y="1011"/>
                    <a:pt x="296" y="1012"/>
                    <a:pt x="299" y="1013"/>
                  </a:cubicBezTo>
                  <a:cubicBezTo>
                    <a:pt x="300" y="1013"/>
                    <a:pt x="300" y="1013"/>
                    <a:pt x="301" y="1013"/>
                  </a:cubicBezTo>
                  <a:cubicBezTo>
                    <a:pt x="320" y="1018"/>
                    <a:pt x="357" y="1027"/>
                    <a:pt x="436" y="1045"/>
                  </a:cubicBezTo>
                  <a:cubicBezTo>
                    <a:pt x="453" y="1049"/>
                    <a:pt x="542" y="1068"/>
                    <a:pt x="635" y="1068"/>
                  </a:cubicBezTo>
                  <a:cubicBezTo>
                    <a:pt x="818" y="1068"/>
                    <a:pt x="818" y="1068"/>
                    <a:pt x="818" y="1068"/>
                  </a:cubicBezTo>
                  <a:cubicBezTo>
                    <a:pt x="873" y="1068"/>
                    <a:pt x="913" y="1047"/>
                    <a:pt x="937" y="1004"/>
                  </a:cubicBezTo>
                  <a:cubicBezTo>
                    <a:pt x="938" y="1003"/>
                    <a:pt x="945" y="988"/>
                    <a:pt x="952" y="968"/>
                  </a:cubicBezTo>
                  <a:cubicBezTo>
                    <a:pt x="956" y="952"/>
                    <a:pt x="958" y="931"/>
                    <a:pt x="952" y="909"/>
                  </a:cubicBezTo>
                  <a:cubicBezTo>
                    <a:pt x="988" y="884"/>
                    <a:pt x="1000" y="847"/>
                    <a:pt x="1007" y="823"/>
                  </a:cubicBezTo>
                  <a:cubicBezTo>
                    <a:pt x="1020" y="783"/>
                    <a:pt x="1016" y="753"/>
                    <a:pt x="1007" y="732"/>
                  </a:cubicBezTo>
                  <a:cubicBezTo>
                    <a:pt x="1027" y="713"/>
                    <a:pt x="1045" y="684"/>
                    <a:pt x="1052" y="640"/>
                  </a:cubicBezTo>
                  <a:cubicBezTo>
                    <a:pt x="1056" y="612"/>
                    <a:pt x="1052" y="584"/>
                    <a:pt x="1039" y="560"/>
                  </a:cubicBezTo>
                  <a:cubicBezTo>
                    <a:pt x="1058" y="539"/>
                    <a:pt x="1066" y="513"/>
                    <a:pt x="1067" y="488"/>
                  </a:cubicBezTo>
                  <a:cubicBezTo>
                    <a:pt x="1068" y="481"/>
                    <a:pt x="1068" y="481"/>
                    <a:pt x="1068" y="481"/>
                  </a:cubicBezTo>
                  <a:cubicBezTo>
                    <a:pt x="1068" y="476"/>
                    <a:pt x="1068" y="474"/>
                    <a:pt x="1068" y="464"/>
                  </a:cubicBezTo>
                  <a:cubicBezTo>
                    <a:pt x="1068" y="422"/>
                    <a:pt x="1039" y="368"/>
                    <a:pt x="974" y="349"/>
                  </a:cubicBezTo>
                  <a:close/>
                  <a:moveTo>
                    <a:pt x="234" y="968"/>
                  </a:moveTo>
                  <a:cubicBezTo>
                    <a:pt x="234" y="986"/>
                    <a:pt x="219" y="1001"/>
                    <a:pt x="201" y="1001"/>
                  </a:cubicBezTo>
                  <a:cubicBezTo>
                    <a:pt x="100" y="1001"/>
                    <a:pt x="100" y="1001"/>
                    <a:pt x="100" y="1001"/>
                  </a:cubicBezTo>
                  <a:cubicBezTo>
                    <a:pt x="82" y="1001"/>
                    <a:pt x="67" y="986"/>
                    <a:pt x="67" y="968"/>
                  </a:cubicBezTo>
                  <a:cubicBezTo>
                    <a:pt x="67" y="434"/>
                    <a:pt x="67" y="434"/>
                    <a:pt x="67" y="434"/>
                  </a:cubicBezTo>
                  <a:cubicBezTo>
                    <a:pt x="67" y="415"/>
                    <a:pt x="82" y="401"/>
                    <a:pt x="100" y="401"/>
                  </a:cubicBezTo>
                  <a:cubicBezTo>
                    <a:pt x="201" y="401"/>
                    <a:pt x="201" y="401"/>
                    <a:pt x="201" y="401"/>
                  </a:cubicBezTo>
                  <a:cubicBezTo>
                    <a:pt x="219" y="401"/>
                    <a:pt x="234" y="415"/>
                    <a:pt x="234" y="434"/>
                  </a:cubicBezTo>
                  <a:lnTo>
                    <a:pt x="234" y="968"/>
                  </a:lnTo>
                  <a:close/>
                  <a:moveTo>
                    <a:pt x="1001" y="485"/>
                  </a:moveTo>
                  <a:cubicBezTo>
                    <a:pt x="1000" y="502"/>
                    <a:pt x="993" y="534"/>
                    <a:pt x="935" y="534"/>
                  </a:cubicBezTo>
                  <a:cubicBezTo>
                    <a:pt x="885" y="534"/>
                    <a:pt x="868" y="534"/>
                    <a:pt x="868" y="534"/>
                  </a:cubicBezTo>
                  <a:cubicBezTo>
                    <a:pt x="859" y="534"/>
                    <a:pt x="851" y="541"/>
                    <a:pt x="851" y="551"/>
                  </a:cubicBezTo>
                  <a:cubicBezTo>
                    <a:pt x="851" y="560"/>
                    <a:pt x="859" y="567"/>
                    <a:pt x="868" y="567"/>
                  </a:cubicBezTo>
                  <a:cubicBezTo>
                    <a:pt x="868" y="567"/>
                    <a:pt x="883" y="567"/>
                    <a:pt x="933" y="567"/>
                  </a:cubicBezTo>
                  <a:cubicBezTo>
                    <a:pt x="983" y="567"/>
                    <a:pt x="989" y="609"/>
                    <a:pt x="986" y="629"/>
                  </a:cubicBezTo>
                  <a:cubicBezTo>
                    <a:pt x="982" y="654"/>
                    <a:pt x="970" y="701"/>
                    <a:pt x="914" y="701"/>
                  </a:cubicBezTo>
                  <a:cubicBezTo>
                    <a:pt x="858" y="701"/>
                    <a:pt x="835" y="701"/>
                    <a:pt x="835" y="701"/>
                  </a:cubicBezTo>
                  <a:cubicBezTo>
                    <a:pt x="825" y="701"/>
                    <a:pt x="818" y="708"/>
                    <a:pt x="818" y="718"/>
                  </a:cubicBezTo>
                  <a:cubicBezTo>
                    <a:pt x="818" y="727"/>
                    <a:pt x="825" y="734"/>
                    <a:pt x="835" y="734"/>
                  </a:cubicBezTo>
                  <a:cubicBezTo>
                    <a:pt x="835" y="734"/>
                    <a:pt x="874" y="734"/>
                    <a:pt x="900" y="734"/>
                  </a:cubicBezTo>
                  <a:cubicBezTo>
                    <a:pt x="957" y="734"/>
                    <a:pt x="952" y="777"/>
                    <a:pt x="944" y="803"/>
                  </a:cubicBezTo>
                  <a:cubicBezTo>
                    <a:pt x="933" y="837"/>
                    <a:pt x="926" y="868"/>
                    <a:pt x="856" y="868"/>
                  </a:cubicBezTo>
                  <a:cubicBezTo>
                    <a:pt x="831" y="868"/>
                    <a:pt x="801" y="868"/>
                    <a:pt x="801" y="868"/>
                  </a:cubicBezTo>
                  <a:cubicBezTo>
                    <a:pt x="792" y="868"/>
                    <a:pt x="784" y="875"/>
                    <a:pt x="784" y="884"/>
                  </a:cubicBezTo>
                  <a:cubicBezTo>
                    <a:pt x="784" y="894"/>
                    <a:pt x="792" y="901"/>
                    <a:pt x="801" y="901"/>
                  </a:cubicBezTo>
                  <a:cubicBezTo>
                    <a:pt x="801" y="901"/>
                    <a:pt x="824" y="901"/>
                    <a:pt x="853" y="901"/>
                  </a:cubicBezTo>
                  <a:cubicBezTo>
                    <a:pt x="890" y="901"/>
                    <a:pt x="892" y="936"/>
                    <a:pt x="888" y="948"/>
                  </a:cubicBezTo>
                  <a:cubicBezTo>
                    <a:pt x="884" y="962"/>
                    <a:pt x="879" y="972"/>
                    <a:pt x="878" y="972"/>
                  </a:cubicBezTo>
                  <a:cubicBezTo>
                    <a:pt x="868" y="990"/>
                    <a:pt x="852" y="1001"/>
                    <a:pt x="818" y="1001"/>
                  </a:cubicBezTo>
                  <a:cubicBezTo>
                    <a:pt x="635" y="1001"/>
                    <a:pt x="635" y="1001"/>
                    <a:pt x="635" y="1001"/>
                  </a:cubicBezTo>
                  <a:cubicBezTo>
                    <a:pt x="544" y="1001"/>
                    <a:pt x="453" y="980"/>
                    <a:pt x="450" y="980"/>
                  </a:cubicBezTo>
                  <a:cubicBezTo>
                    <a:pt x="312" y="948"/>
                    <a:pt x="304" y="946"/>
                    <a:pt x="296" y="943"/>
                  </a:cubicBezTo>
                  <a:cubicBezTo>
                    <a:pt x="296" y="943"/>
                    <a:pt x="268" y="938"/>
                    <a:pt x="268" y="914"/>
                  </a:cubicBezTo>
                  <a:cubicBezTo>
                    <a:pt x="267" y="453"/>
                    <a:pt x="267" y="453"/>
                    <a:pt x="267" y="453"/>
                  </a:cubicBezTo>
                  <a:cubicBezTo>
                    <a:pt x="267" y="437"/>
                    <a:pt x="277" y="423"/>
                    <a:pt x="294" y="418"/>
                  </a:cubicBezTo>
                  <a:cubicBezTo>
                    <a:pt x="296" y="417"/>
                    <a:pt x="299" y="416"/>
                    <a:pt x="301" y="415"/>
                  </a:cubicBezTo>
                  <a:cubicBezTo>
                    <a:pt x="453" y="352"/>
                    <a:pt x="500" y="214"/>
                    <a:pt x="501" y="100"/>
                  </a:cubicBezTo>
                  <a:cubicBezTo>
                    <a:pt x="501" y="84"/>
                    <a:pt x="513" y="67"/>
                    <a:pt x="534" y="67"/>
                  </a:cubicBezTo>
                  <a:cubicBezTo>
                    <a:pt x="570" y="67"/>
                    <a:pt x="632" y="138"/>
                    <a:pt x="632" y="225"/>
                  </a:cubicBezTo>
                  <a:cubicBezTo>
                    <a:pt x="632" y="304"/>
                    <a:pt x="629" y="318"/>
                    <a:pt x="601" y="401"/>
                  </a:cubicBezTo>
                  <a:cubicBezTo>
                    <a:pt x="935" y="401"/>
                    <a:pt x="932" y="405"/>
                    <a:pt x="962" y="413"/>
                  </a:cubicBezTo>
                  <a:cubicBezTo>
                    <a:pt x="998" y="423"/>
                    <a:pt x="1002" y="454"/>
                    <a:pt x="1002" y="464"/>
                  </a:cubicBezTo>
                  <a:cubicBezTo>
                    <a:pt x="1002" y="476"/>
                    <a:pt x="1001" y="474"/>
                    <a:pt x="1001" y="48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56" name="Freeform 49"/>
            <p:cNvSpPr>
              <a:spLocks noEditPoints="1"/>
            </p:cNvSpPr>
            <p:nvPr/>
          </p:nvSpPr>
          <p:spPr bwMode="auto">
            <a:xfrm>
              <a:off x="376238" y="3263900"/>
              <a:ext cx="379413" cy="376237"/>
            </a:xfrm>
            <a:custGeom>
              <a:avLst/>
              <a:gdLst>
                <a:gd name="T0" fmla="*/ 50 w 101"/>
                <a:gd name="T1" fmla="*/ 0 h 100"/>
                <a:gd name="T2" fmla="*/ 0 w 101"/>
                <a:gd name="T3" fmla="*/ 50 h 100"/>
                <a:gd name="T4" fmla="*/ 50 w 101"/>
                <a:gd name="T5" fmla="*/ 100 h 100"/>
                <a:gd name="T6" fmla="*/ 101 w 101"/>
                <a:gd name="T7" fmla="*/ 50 h 100"/>
                <a:gd name="T8" fmla="*/ 50 w 101"/>
                <a:gd name="T9" fmla="*/ 0 h 100"/>
                <a:gd name="T10" fmla="*/ 50 w 101"/>
                <a:gd name="T11" fmla="*/ 67 h 100"/>
                <a:gd name="T12" fmla="*/ 34 w 101"/>
                <a:gd name="T13" fmla="*/ 50 h 100"/>
                <a:gd name="T14" fmla="*/ 50 w 101"/>
                <a:gd name="T15" fmla="*/ 33 h 100"/>
                <a:gd name="T16" fmla="*/ 67 w 101"/>
                <a:gd name="T17" fmla="*/ 50 h 100"/>
                <a:gd name="T18" fmla="*/ 50 w 101"/>
                <a:gd name="T19" fmla="*/ 6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1" h="100">
                  <a:moveTo>
                    <a:pt x="50" y="0"/>
                  </a:moveTo>
                  <a:cubicBezTo>
                    <a:pt x="23" y="0"/>
                    <a:pt x="0" y="22"/>
                    <a:pt x="0" y="50"/>
                  </a:cubicBezTo>
                  <a:cubicBezTo>
                    <a:pt x="0" y="77"/>
                    <a:pt x="23" y="100"/>
                    <a:pt x="50" y="100"/>
                  </a:cubicBezTo>
                  <a:cubicBezTo>
                    <a:pt x="78" y="100"/>
                    <a:pt x="101" y="77"/>
                    <a:pt x="101" y="50"/>
                  </a:cubicBezTo>
                  <a:cubicBezTo>
                    <a:pt x="101" y="22"/>
                    <a:pt x="78" y="0"/>
                    <a:pt x="50" y="0"/>
                  </a:cubicBezTo>
                  <a:close/>
                  <a:moveTo>
                    <a:pt x="50" y="67"/>
                  </a:moveTo>
                  <a:cubicBezTo>
                    <a:pt x="41" y="67"/>
                    <a:pt x="34" y="59"/>
                    <a:pt x="34" y="50"/>
                  </a:cubicBezTo>
                  <a:cubicBezTo>
                    <a:pt x="34" y="41"/>
                    <a:pt x="41" y="33"/>
                    <a:pt x="50" y="33"/>
                  </a:cubicBezTo>
                  <a:cubicBezTo>
                    <a:pt x="60" y="33"/>
                    <a:pt x="67" y="41"/>
                    <a:pt x="67" y="50"/>
                  </a:cubicBezTo>
                  <a:cubicBezTo>
                    <a:pt x="67" y="59"/>
                    <a:pt x="60" y="67"/>
                    <a:pt x="50" y="6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grpSp>
      <p:sp>
        <p:nvSpPr>
          <p:cNvPr id="57" name="Oval 56"/>
          <p:cNvSpPr/>
          <p:nvPr/>
        </p:nvSpPr>
        <p:spPr>
          <a:xfrm>
            <a:off x="505411" y="1511954"/>
            <a:ext cx="924817" cy="924817"/>
          </a:xfrm>
          <a:prstGeom prst="ellipse">
            <a:avLst/>
          </a:prstGeom>
          <a:solidFill>
            <a:srgbClr val="0070C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a typeface="+mn-ea"/>
              <a:cs typeface="+mn-cs"/>
            </a:endParaRPr>
          </a:p>
        </p:txBody>
      </p:sp>
      <p:grpSp>
        <p:nvGrpSpPr>
          <p:cNvPr id="58" name="Group 59"/>
          <p:cNvGrpSpPr/>
          <p:nvPr/>
        </p:nvGrpSpPr>
        <p:grpSpPr>
          <a:xfrm>
            <a:off x="731323" y="1823169"/>
            <a:ext cx="472209" cy="407316"/>
            <a:chOff x="-122237" y="-128588"/>
            <a:chExt cx="4632324" cy="3995738"/>
          </a:xfrm>
          <a:solidFill>
            <a:srgbClr val="7FA3A9"/>
          </a:solidFill>
        </p:grpSpPr>
        <p:sp>
          <p:nvSpPr>
            <p:cNvPr id="59" name="Freeform 34"/>
            <p:cNvSpPr>
              <a:spLocks noEditPoints="1"/>
            </p:cNvSpPr>
            <p:nvPr/>
          </p:nvSpPr>
          <p:spPr bwMode="auto">
            <a:xfrm>
              <a:off x="-122237" y="-128588"/>
              <a:ext cx="4632324" cy="3995738"/>
            </a:xfrm>
            <a:custGeom>
              <a:avLst/>
              <a:gdLst>
                <a:gd name="T0" fmla="*/ 1096 w 1232"/>
                <a:gd name="T1" fmla="*/ 134 h 1062"/>
                <a:gd name="T2" fmla="*/ 616 w 1232"/>
                <a:gd name="T3" fmla="*/ 123 h 1062"/>
                <a:gd name="T4" fmla="*/ 136 w 1232"/>
                <a:gd name="T5" fmla="*/ 134 h 1062"/>
                <a:gd name="T6" fmla="*/ 136 w 1232"/>
                <a:gd name="T7" fmla="*/ 622 h 1062"/>
                <a:gd name="T8" fmla="*/ 538 w 1232"/>
                <a:gd name="T9" fmla="*/ 1020 h 1062"/>
                <a:gd name="T10" fmla="*/ 694 w 1232"/>
                <a:gd name="T11" fmla="*/ 1020 h 1062"/>
                <a:gd name="T12" fmla="*/ 1096 w 1232"/>
                <a:gd name="T13" fmla="*/ 622 h 1062"/>
                <a:gd name="T14" fmla="*/ 1096 w 1232"/>
                <a:gd name="T15" fmla="*/ 134 h 1062"/>
                <a:gd name="T16" fmla="*/ 1044 w 1232"/>
                <a:gd name="T17" fmla="*/ 570 h 1062"/>
                <a:gd name="T18" fmla="*/ 642 w 1232"/>
                <a:gd name="T19" fmla="*/ 968 h 1062"/>
                <a:gd name="T20" fmla="*/ 590 w 1232"/>
                <a:gd name="T21" fmla="*/ 968 h 1062"/>
                <a:gd name="T22" fmla="*/ 188 w 1232"/>
                <a:gd name="T23" fmla="*/ 570 h 1062"/>
                <a:gd name="T24" fmla="*/ 188 w 1232"/>
                <a:gd name="T25" fmla="*/ 185 h 1062"/>
                <a:gd name="T26" fmla="*/ 567 w 1232"/>
                <a:gd name="T27" fmla="*/ 177 h 1062"/>
                <a:gd name="T28" fmla="*/ 616 w 1232"/>
                <a:gd name="T29" fmla="*/ 221 h 1062"/>
                <a:gd name="T30" fmla="*/ 665 w 1232"/>
                <a:gd name="T31" fmla="*/ 177 h 1062"/>
                <a:gd name="T32" fmla="*/ 1044 w 1232"/>
                <a:gd name="T33" fmla="*/ 185 h 1062"/>
                <a:gd name="T34" fmla="*/ 1044 w 1232"/>
                <a:gd name="T35" fmla="*/ 570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32" h="1062">
                  <a:moveTo>
                    <a:pt x="1096" y="134"/>
                  </a:moveTo>
                  <a:cubicBezTo>
                    <a:pt x="964" y="3"/>
                    <a:pt x="753" y="0"/>
                    <a:pt x="616" y="123"/>
                  </a:cubicBezTo>
                  <a:cubicBezTo>
                    <a:pt x="479" y="0"/>
                    <a:pt x="268" y="3"/>
                    <a:pt x="136" y="134"/>
                  </a:cubicBezTo>
                  <a:cubicBezTo>
                    <a:pt x="0" y="268"/>
                    <a:pt x="0" y="487"/>
                    <a:pt x="136" y="622"/>
                  </a:cubicBezTo>
                  <a:cubicBezTo>
                    <a:pt x="175" y="660"/>
                    <a:pt x="538" y="1020"/>
                    <a:pt x="538" y="1020"/>
                  </a:cubicBezTo>
                  <a:cubicBezTo>
                    <a:pt x="581" y="1062"/>
                    <a:pt x="651" y="1062"/>
                    <a:pt x="694" y="1020"/>
                  </a:cubicBezTo>
                  <a:cubicBezTo>
                    <a:pt x="694" y="1020"/>
                    <a:pt x="1092" y="626"/>
                    <a:pt x="1096" y="622"/>
                  </a:cubicBezTo>
                  <a:cubicBezTo>
                    <a:pt x="1232" y="487"/>
                    <a:pt x="1232" y="268"/>
                    <a:pt x="1096" y="134"/>
                  </a:cubicBezTo>
                  <a:close/>
                  <a:moveTo>
                    <a:pt x="1044" y="570"/>
                  </a:moveTo>
                  <a:cubicBezTo>
                    <a:pt x="642" y="968"/>
                    <a:pt x="642" y="968"/>
                    <a:pt x="642" y="968"/>
                  </a:cubicBezTo>
                  <a:cubicBezTo>
                    <a:pt x="628" y="982"/>
                    <a:pt x="604" y="982"/>
                    <a:pt x="590" y="968"/>
                  </a:cubicBezTo>
                  <a:cubicBezTo>
                    <a:pt x="188" y="570"/>
                    <a:pt x="188" y="570"/>
                    <a:pt x="188" y="570"/>
                  </a:cubicBezTo>
                  <a:cubicBezTo>
                    <a:pt x="81" y="464"/>
                    <a:pt x="81" y="291"/>
                    <a:pt x="188" y="185"/>
                  </a:cubicBezTo>
                  <a:cubicBezTo>
                    <a:pt x="291" y="82"/>
                    <a:pt x="458" y="79"/>
                    <a:pt x="567" y="177"/>
                  </a:cubicBezTo>
                  <a:cubicBezTo>
                    <a:pt x="616" y="221"/>
                    <a:pt x="616" y="221"/>
                    <a:pt x="616" y="221"/>
                  </a:cubicBezTo>
                  <a:cubicBezTo>
                    <a:pt x="665" y="177"/>
                    <a:pt x="665" y="177"/>
                    <a:pt x="665" y="177"/>
                  </a:cubicBezTo>
                  <a:cubicBezTo>
                    <a:pt x="774" y="79"/>
                    <a:pt x="941" y="82"/>
                    <a:pt x="1044" y="185"/>
                  </a:cubicBezTo>
                  <a:cubicBezTo>
                    <a:pt x="1151" y="291"/>
                    <a:pt x="1151" y="464"/>
                    <a:pt x="1044" y="57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60" name="Freeform 35"/>
            <p:cNvSpPr/>
            <p:nvPr/>
          </p:nvSpPr>
          <p:spPr bwMode="auto">
            <a:xfrm>
              <a:off x="688975" y="681038"/>
              <a:ext cx="650875" cy="650875"/>
            </a:xfrm>
            <a:custGeom>
              <a:avLst/>
              <a:gdLst>
                <a:gd name="T0" fmla="*/ 154 w 173"/>
                <a:gd name="T1" fmla="*/ 0 h 173"/>
                <a:gd name="T2" fmla="*/ 154 w 173"/>
                <a:gd name="T3" fmla="*/ 0 h 173"/>
                <a:gd name="T4" fmla="*/ 0 w 173"/>
                <a:gd name="T5" fmla="*/ 154 h 173"/>
                <a:gd name="T6" fmla="*/ 0 w 173"/>
                <a:gd name="T7" fmla="*/ 154 h 173"/>
                <a:gd name="T8" fmla="*/ 18 w 173"/>
                <a:gd name="T9" fmla="*/ 173 h 173"/>
                <a:gd name="T10" fmla="*/ 36 w 173"/>
                <a:gd name="T11" fmla="*/ 154 h 173"/>
                <a:gd name="T12" fmla="*/ 36 w 173"/>
                <a:gd name="T13" fmla="*/ 154 h 173"/>
                <a:gd name="T14" fmla="*/ 154 w 173"/>
                <a:gd name="T15" fmla="*/ 36 h 173"/>
                <a:gd name="T16" fmla="*/ 154 w 173"/>
                <a:gd name="T17" fmla="*/ 36 h 173"/>
                <a:gd name="T18" fmla="*/ 173 w 173"/>
                <a:gd name="T19" fmla="*/ 18 h 173"/>
                <a:gd name="T20" fmla="*/ 154 w 173"/>
                <a:gd name="T21" fmla="*/ 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73">
                  <a:moveTo>
                    <a:pt x="154" y="0"/>
                  </a:moveTo>
                  <a:cubicBezTo>
                    <a:pt x="154" y="0"/>
                    <a:pt x="154" y="0"/>
                    <a:pt x="154" y="0"/>
                  </a:cubicBezTo>
                  <a:cubicBezTo>
                    <a:pt x="69" y="0"/>
                    <a:pt x="0" y="69"/>
                    <a:pt x="0" y="154"/>
                  </a:cubicBezTo>
                  <a:cubicBezTo>
                    <a:pt x="0" y="154"/>
                    <a:pt x="0" y="154"/>
                    <a:pt x="0" y="154"/>
                  </a:cubicBezTo>
                  <a:cubicBezTo>
                    <a:pt x="0" y="165"/>
                    <a:pt x="8" y="173"/>
                    <a:pt x="18" y="173"/>
                  </a:cubicBezTo>
                  <a:cubicBezTo>
                    <a:pt x="28" y="173"/>
                    <a:pt x="36" y="165"/>
                    <a:pt x="36" y="154"/>
                  </a:cubicBezTo>
                  <a:cubicBezTo>
                    <a:pt x="36" y="154"/>
                    <a:pt x="36" y="154"/>
                    <a:pt x="36" y="154"/>
                  </a:cubicBezTo>
                  <a:cubicBezTo>
                    <a:pt x="36" y="89"/>
                    <a:pt x="89" y="36"/>
                    <a:pt x="154" y="36"/>
                  </a:cubicBezTo>
                  <a:cubicBezTo>
                    <a:pt x="154" y="36"/>
                    <a:pt x="154" y="36"/>
                    <a:pt x="154" y="36"/>
                  </a:cubicBezTo>
                  <a:cubicBezTo>
                    <a:pt x="165" y="36"/>
                    <a:pt x="173" y="28"/>
                    <a:pt x="173" y="18"/>
                  </a:cubicBezTo>
                  <a:cubicBezTo>
                    <a:pt x="173" y="8"/>
                    <a:pt x="165" y="0"/>
                    <a:pt x="154"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grpSp>
      <p:sp>
        <p:nvSpPr>
          <p:cNvPr id="62" name="Freeform 44"/>
          <p:cNvSpPr>
            <a:spLocks noEditPoints="1"/>
          </p:cNvSpPr>
          <p:nvPr/>
        </p:nvSpPr>
        <p:spPr bwMode="auto">
          <a:xfrm>
            <a:off x="3661319" y="3682772"/>
            <a:ext cx="423963" cy="318212"/>
          </a:xfrm>
          <a:custGeom>
            <a:avLst/>
            <a:gdLst>
              <a:gd name="T0" fmla="*/ 925 w 1124"/>
              <a:gd name="T1" fmla="*/ 21 h 843"/>
              <a:gd name="T2" fmla="*/ 249 w 1124"/>
              <a:gd name="T3" fmla="*/ 0 h 843"/>
              <a:gd name="T4" fmla="*/ 21 w 1124"/>
              <a:gd name="T5" fmla="*/ 199 h 843"/>
              <a:gd name="T6" fmla="*/ 18 w 1124"/>
              <a:gd name="T7" fmla="*/ 295 h 843"/>
              <a:gd name="T8" fmla="*/ 562 w 1124"/>
              <a:gd name="T9" fmla="*/ 843 h 843"/>
              <a:gd name="T10" fmla="*/ 1106 w 1124"/>
              <a:gd name="T11" fmla="*/ 295 h 843"/>
              <a:gd name="T12" fmla="*/ 1103 w 1124"/>
              <a:gd name="T13" fmla="*/ 199 h 843"/>
              <a:gd name="T14" fmla="*/ 484 w 1124"/>
              <a:gd name="T15" fmla="*/ 246 h 843"/>
              <a:gd name="T16" fmla="*/ 640 w 1124"/>
              <a:gd name="T17" fmla="*/ 246 h 843"/>
              <a:gd name="T18" fmla="*/ 685 w 1124"/>
              <a:gd name="T19" fmla="*/ 78 h 843"/>
              <a:gd name="T20" fmla="*/ 667 w 1124"/>
              <a:gd name="T21" fmla="*/ 223 h 843"/>
              <a:gd name="T22" fmla="*/ 457 w 1124"/>
              <a:gd name="T23" fmla="*/ 223 h 843"/>
              <a:gd name="T24" fmla="*/ 439 w 1124"/>
              <a:gd name="T25" fmla="*/ 78 h 843"/>
              <a:gd name="T26" fmla="*/ 457 w 1124"/>
              <a:gd name="T27" fmla="*/ 223 h 843"/>
              <a:gd name="T28" fmla="*/ 562 w 1124"/>
              <a:gd name="T29" fmla="*/ 718 h 843"/>
              <a:gd name="T30" fmla="*/ 649 w 1124"/>
              <a:gd name="T31" fmla="*/ 281 h 843"/>
              <a:gd name="T32" fmla="*/ 858 w 1124"/>
              <a:gd name="T33" fmla="*/ 281 h 843"/>
              <a:gd name="T34" fmla="*/ 685 w 1124"/>
              <a:gd name="T35" fmla="*/ 281 h 843"/>
              <a:gd name="T36" fmla="*/ 781 w 1124"/>
              <a:gd name="T37" fmla="*/ 174 h 843"/>
              <a:gd name="T38" fmla="*/ 695 w 1124"/>
              <a:gd name="T39" fmla="*/ 246 h 843"/>
              <a:gd name="T40" fmla="*/ 851 w 1124"/>
              <a:gd name="T41" fmla="*/ 70 h 843"/>
              <a:gd name="T42" fmla="*/ 727 w 1124"/>
              <a:gd name="T43" fmla="*/ 70 h 843"/>
              <a:gd name="T44" fmla="*/ 484 w 1124"/>
              <a:gd name="T45" fmla="*/ 70 h 843"/>
              <a:gd name="T46" fmla="*/ 562 w 1124"/>
              <a:gd name="T47" fmla="*/ 135 h 843"/>
              <a:gd name="T48" fmla="*/ 273 w 1124"/>
              <a:gd name="T49" fmla="*/ 70 h 843"/>
              <a:gd name="T50" fmla="*/ 341 w 1124"/>
              <a:gd name="T51" fmla="*/ 126 h 843"/>
              <a:gd name="T52" fmla="*/ 429 w 1124"/>
              <a:gd name="T53" fmla="*/ 246 h 843"/>
              <a:gd name="T54" fmla="*/ 343 w 1124"/>
              <a:gd name="T55" fmla="*/ 174 h 843"/>
              <a:gd name="T56" fmla="*/ 525 w 1124"/>
              <a:gd name="T57" fmla="*/ 712 h 843"/>
              <a:gd name="T58" fmla="*/ 439 w 1124"/>
              <a:gd name="T59" fmla="*/ 281 h 843"/>
              <a:gd name="T60" fmla="*/ 101 w 1124"/>
              <a:gd name="T61" fmla="*/ 281 h 843"/>
              <a:gd name="T62" fmla="*/ 446 w 1124"/>
              <a:gd name="T63" fmla="*/ 649 h 843"/>
              <a:gd name="T64" fmla="*/ 1023 w 1124"/>
              <a:gd name="T65" fmla="*/ 281 h 843"/>
              <a:gd name="T66" fmla="*/ 899 w 1124"/>
              <a:gd name="T67" fmla="*/ 281 h 843"/>
              <a:gd name="T68" fmla="*/ 808 w 1124"/>
              <a:gd name="T69" fmla="*/ 151 h 843"/>
              <a:gd name="T70" fmla="*/ 1051 w 1124"/>
              <a:gd name="T71" fmla="*/ 246 h 843"/>
              <a:gd name="T72" fmla="*/ 235 w 1124"/>
              <a:gd name="T73" fmla="*/ 84 h 843"/>
              <a:gd name="T74" fmla="*/ 221 w 1124"/>
              <a:gd name="T75" fmla="*/ 246 h 843"/>
              <a:gd name="T76" fmla="*/ 235 w 1124"/>
              <a:gd name="T77" fmla="*/ 84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24" h="843">
                <a:moveTo>
                  <a:pt x="1103" y="199"/>
                </a:moveTo>
                <a:cubicBezTo>
                  <a:pt x="925" y="21"/>
                  <a:pt x="925" y="21"/>
                  <a:pt x="925" y="21"/>
                </a:cubicBezTo>
                <a:cubicBezTo>
                  <a:pt x="912" y="7"/>
                  <a:pt x="894" y="0"/>
                  <a:pt x="875" y="0"/>
                </a:cubicBezTo>
                <a:cubicBezTo>
                  <a:pt x="249" y="0"/>
                  <a:pt x="249" y="0"/>
                  <a:pt x="249" y="0"/>
                </a:cubicBezTo>
                <a:cubicBezTo>
                  <a:pt x="230" y="0"/>
                  <a:pt x="212" y="7"/>
                  <a:pt x="199" y="21"/>
                </a:cubicBezTo>
                <a:cubicBezTo>
                  <a:pt x="21" y="199"/>
                  <a:pt x="21" y="199"/>
                  <a:pt x="21" y="199"/>
                </a:cubicBezTo>
                <a:cubicBezTo>
                  <a:pt x="7" y="213"/>
                  <a:pt x="0" y="231"/>
                  <a:pt x="0" y="249"/>
                </a:cubicBezTo>
                <a:cubicBezTo>
                  <a:pt x="0" y="266"/>
                  <a:pt x="6" y="282"/>
                  <a:pt x="18" y="295"/>
                </a:cubicBezTo>
                <a:cubicBezTo>
                  <a:pt x="509" y="819"/>
                  <a:pt x="509" y="819"/>
                  <a:pt x="509" y="819"/>
                </a:cubicBezTo>
                <a:cubicBezTo>
                  <a:pt x="523" y="834"/>
                  <a:pt x="542" y="843"/>
                  <a:pt x="562" y="843"/>
                </a:cubicBezTo>
                <a:cubicBezTo>
                  <a:pt x="582" y="843"/>
                  <a:pt x="601" y="834"/>
                  <a:pt x="615" y="819"/>
                </a:cubicBezTo>
                <a:cubicBezTo>
                  <a:pt x="1106" y="295"/>
                  <a:pt x="1106" y="295"/>
                  <a:pt x="1106" y="295"/>
                </a:cubicBezTo>
                <a:cubicBezTo>
                  <a:pt x="1118" y="282"/>
                  <a:pt x="1124" y="265"/>
                  <a:pt x="1124" y="248"/>
                </a:cubicBezTo>
                <a:cubicBezTo>
                  <a:pt x="1124" y="230"/>
                  <a:pt x="1117" y="213"/>
                  <a:pt x="1103" y="199"/>
                </a:cubicBezTo>
                <a:close/>
                <a:moveTo>
                  <a:pt x="640" y="246"/>
                </a:moveTo>
                <a:cubicBezTo>
                  <a:pt x="484" y="246"/>
                  <a:pt x="484" y="246"/>
                  <a:pt x="484" y="246"/>
                </a:cubicBezTo>
                <a:cubicBezTo>
                  <a:pt x="562" y="181"/>
                  <a:pt x="562" y="181"/>
                  <a:pt x="562" y="181"/>
                </a:cubicBezTo>
                <a:lnTo>
                  <a:pt x="640" y="246"/>
                </a:lnTo>
                <a:close/>
                <a:moveTo>
                  <a:pt x="589" y="158"/>
                </a:moveTo>
                <a:cubicBezTo>
                  <a:pt x="685" y="78"/>
                  <a:pt x="685" y="78"/>
                  <a:pt x="685" y="78"/>
                </a:cubicBezTo>
                <a:cubicBezTo>
                  <a:pt x="756" y="149"/>
                  <a:pt x="756" y="149"/>
                  <a:pt x="756" y="149"/>
                </a:cubicBezTo>
                <a:cubicBezTo>
                  <a:pt x="667" y="223"/>
                  <a:pt x="667" y="223"/>
                  <a:pt x="667" y="223"/>
                </a:cubicBezTo>
                <a:lnTo>
                  <a:pt x="589" y="158"/>
                </a:lnTo>
                <a:close/>
                <a:moveTo>
                  <a:pt x="457" y="223"/>
                </a:moveTo>
                <a:cubicBezTo>
                  <a:pt x="368" y="149"/>
                  <a:pt x="368" y="149"/>
                  <a:pt x="368" y="149"/>
                </a:cubicBezTo>
                <a:cubicBezTo>
                  <a:pt x="439" y="78"/>
                  <a:pt x="439" y="78"/>
                  <a:pt x="439" y="78"/>
                </a:cubicBezTo>
                <a:cubicBezTo>
                  <a:pt x="535" y="158"/>
                  <a:pt x="535" y="158"/>
                  <a:pt x="535" y="158"/>
                </a:cubicBezTo>
                <a:lnTo>
                  <a:pt x="457" y="223"/>
                </a:lnTo>
                <a:close/>
                <a:moveTo>
                  <a:pt x="649" y="281"/>
                </a:moveTo>
                <a:cubicBezTo>
                  <a:pt x="562" y="718"/>
                  <a:pt x="562" y="718"/>
                  <a:pt x="562" y="718"/>
                </a:cubicBezTo>
                <a:cubicBezTo>
                  <a:pt x="475" y="281"/>
                  <a:pt x="475" y="281"/>
                  <a:pt x="475" y="281"/>
                </a:cubicBezTo>
                <a:lnTo>
                  <a:pt x="649" y="281"/>
                </a:lnTo>
                <a:close/>
                <a:moveTo>
                  <a:pt x="685" y="281"/>
                </a:moveTo>
                <a:cubicBezTo>
                  <a:pt x="858" y="281"/>
                  <a:pt x="858" y="281"/>
                  <a:pt x="858" y="281"/>
                </a:cubicBezTo>
                <a:cubicBezTo>
                  <a:pt x="599" y="712"/>
                  <a:pt x="599" y="712"/>
                  <a:pt x="599" y="712"/>
                </a:cubicBezTo>
                <a:lnTo>
                  <a:pt x="685" y="281"/>
                </a:lnTo>
                <a:close/>
                <a:moveTo>
                  <a:pt x="695" y="246"/>
                </a:moveTo>
                <a:cubicBezTo>
                  <a:pt x="781" y="174"/>
                  <a:pt x="781" y="174"/>
                  <a:pt x="781" y="174"/>
                </a:cubicBezTo>
                <a:cubicBezTo>
                  <a:pt x="853" y="246"/>
                  <a:pt x="853" y="246"/>
                  <a:pt x="853" y="246"/>
                </a:cubicBezTo>
                <a:lnTo>
                  <a:pt x="695" y="246"/>
                </a:lnTo>
                <a:close/>
                <a:moveTo>
                  <a:pt x="727" y="70"/>
                </a:moveTo>
                <a:cubicBezTo>
                  <a:pt x="851" y="70"/>
                  <a:pt x="851" y="70"/>
                  <a:pt x="851" y="70"/>
                </a:cubicBezTo>
                <a:cubicBezTo>
                  <a:pt x="783" y="126"/>
                  <a:pt x="783" y="126"/>
                  <a:pt x="783" y="126"/>
                </a:cubicBezTo>
                <a:lnTo>
                  <a:pt x="727" y="70"/>
                </a:lnTo>
                <a:close/>
                <a:moveTo>
                  <a:pt x="562" y="135"/>
                </a:moveTo>
                <a:cubicBezTo>
                  <a:pt x="484" y="70"/>
                  <a:pt x="484" y="70"/>
                  <a:pt x="484" y="70"/>
                </a:cubicBezTo>
                <a:cubicBezTo>
                  <a:pt x="640" y="70"/>
                  <a:pt x="640" y="70"/>
                  <a:pt x="640" y="70"/>
                </a:cubicBezTo>
                <a:lnTo>
                  <a:pt x="562" y="135"/>
                </a:lnTo>
                <a:close/>
                <a:moveTo>
                  <a:pt x="341" y="126"/>
                </a:moveTo>
                <a:cubicBezTo>
                  <a:pt x="273" y="70"/>
                  <a:pt x="273" y="70"/>
                  <a:pt x="273" y="70"/>
                </a:cubicBezTo>
                <a:cubicBezTo>
                  <a:pt x="397" y="70"/>
                  <a:pt x="397" y="70"/>
                  <a:pt x="397" y="70"/>
                </a:cubicBezTo>
                <a:lnTo>
                  <a:pt x="341" y="126"/>
                </a:lnTo>
                <a:close/>
                <a:moveTo>
                  <a:pt x="343" y="174"/>
                </a:moveTo>
                <a:cubicBezTo>
                  <a:pt x="429" y="246"/>
                  <a:pt x="429" y="246"/>
                  <a:pt x="429" y="246"/>
                </a:cubicBezTo>
                <a:cubicBezTo>
                  <a:pt x="271" y="246"/>
                  <a:pt x="271" y="246"/>
                  <a:pt x="271" y="246"/>
                </a:cubicBezTo>
                <a:lnTo>
                  <a:pt x="343" y="174"/>
                </a:lnTo>
                <a:close/>
                <a:moveTo>
                  <a:pt x="439" y="281"/>
                </a:moveTo>
                <a:cubicBezTo>
                  <a:pt x="525" y="712"/>
                  <a:pt x="525" y="712"/>
                  <a:pt x="525" y="712"/>
                </a:cubicBezTo>
                <a:cubicBezTo>
                  <a:pt x="266" y="281"/>
                  <a:pt x="266" y="281"/>
                  <a:pt x="266" y="281"/>
                </a:cubicBezTo>
                <a:lnTo>
                  <a:pt x="439" y="281"/>
                </a:lnTo>
                <a:close/>
                <a:moveTo>
                  <a:pt x="446" y="649"/>
                </a:moveTo>
                <a:cubicBezTo>
                  <a:pt x="101" y="281"/>
                  <a:pt x="101" y="281"/>
                  <a:pt x="101" y="281"/>
                </a:cubicBezTo>
                <a:cubicBezTo>
                  <a:pt x="225" y="281"/>
                  <a:pt x="225" y="281"/>
                  <a:pt x="225" y="281"/>
                </a:cubicBezTo>
                <a:lnTo>
                  <a:pt x="446" y="649"/>
                </a:lnTo>
                <a:close/>
                <a:moveTo>
                  <a:pt x="899" y="281"/>
                </a:moveTo>
                <a:cubicBezTo>
                  <a:pt x="1023" y="281"/>
                  <a:pt x="1023" y="281"/>
                  <a:pt x="1023" y="281"/>
                </a:cubicBezTo>
                <a:cubicBezTo>
                  <a:pt x="678" y="649"/>
                  <a:pt x="678" y="649"/>
                  <a:pt x="678" y="649"/>
                </a:cubicBezTo>
                <a:lnTo>
                  <a:pt x="899" y="281"/>
                </a:lnTo>
                <a:close/>
                <a:moveTo>
                  <a:pt x="903" y="246"/>
                </a:moveTo>
                <a:cubicBezTo>
                  <a:pt x="808" y="151"/>
                  <a:pt x="808" y="151"/>
                  <a:pt x="808" y="151"/>
                </a:cubicBezTo>
                <a:cubicBezTo>
                  <a:pt x="889" y="84"/>
                  <a:pt x="889" y="84"/>
                  <a:pt x="889" y="84"/>
                </a:cubicBezTo>
                <a:cubicBezTo>
                  <a:pt x="1051" y="246"/>
                  <a:pt x="1051" y="246"/>
                  <a:pt x="1051" y="246"/>
                </a:cubicBezTo>
                <a:lnTo>
                  <a:pt x="903" y="246"/>
                </a:lnTo>
                <a:close/>
                <a:moveTo>
                  <a:pt x="235" y="84"/>
                </a:moveTo>
                <a:cubicBezTo>
                  <a:pt x="316" y="151"/>
                  <a:pt x="316" y="151"/>
                  <a:pt x="316" y="151"/>
                </a:cubicBezTo>
                <a:cubicBezTo>
                  <a:pt x="221" y="246"/>
                  <a:pt x="221" y="246"/>
                  <a:pt x="221" y="246"/>
                </a:cubicBezTo>
                <a:cubicBezTo>
                  <a:pt x="70" y="246"/>
                  <a:pt x="70" y="246"/>
                  <a:pt x="70" y="246"/>
                </a:cubicBezTo>
                <a:lnTo>
                  <a:pt x="235" y="84"/>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grpSp>
        <p:nvGrpSpPr>
          <p:cNvPr id="64" name="Group 75"/>
          <p:cNvGrpSpPr/>
          <p:nvPr/>
        </p:nvGrpSpPr>
        <p:grpSpPr>
          <a:xfrm>
            <a:off x="3627558" y="5051401"/>
            <a:ext cx="463400" cy="461357"/>
            <a:chOff x="-365126" y="-2462213"/>
            <a:chExt cx="4321176" cy="4302126"/>
          </a:xfrm>
          <a:solidFill>
            <a:srgbClr val="7FA3A9"/>
          </a:solidFill>
        </p:grpSpPr>
        <p:sp>
          <p:nvSpPr>
            <p:cNvPr id="65" name="Freeform 5"/>
            <p:cNvSpPr>
              <a:spLocks noEditPoints="1"/>
            </p:cNvSpPr>
            <p:nvPr/>
          </p:nvSpPr>
          <p:spPr bwMode="auto">
            <a:xfrm>
              <a:off x="-365126" y="-2058988"/>
              <a:ext cx="3937000" cy="3898901"/>
            </a:xfrm>
            <a:custGeom>
              <a:avLst/>
              <a:gdLst>
                <a:gd name="T0" fmla="*/ 744 w 1047"/>
                <a:gd name="T1" fmla="*/ 26 h 1037"/>
                <a:gd name="T2" fmla="*/ 681 w 1047"/>
                <a:gd name="T3" fmla="*/ 0 h 1037"/>
                <a:gd name="T4" fmla="*/ 618 w 1047"/>
                <a:gd name="T5" fmla="*/ 26 h 1037"/>
                <a:gd name="T6" fmla="*/ 568 w 1047"/>
                <a:gd name="T7" fmla="*/ 77 h 1037"/>
                <a:gd name="T8" fmla="*/ 541 w 1047"/>
                <a:gd name="T9" fmla="*/ 140 h 1037"/>
                <a:gd name="T10" fmla="*/ 555 w 1047"/>
                <a:gd name="T11" fmla="*/ 187 h 1037"/>
                <a:gd name="T12" fmla="*/ 69 w 1047"/>
                <a:gd name="T13" fmla="*/ 382 h 1037"/>
                <a:gd name="T14" fmla="*/ 7 w 1047"/>
                <a:gd name="T15" fmla="*/ 460 h 1037"/>
                <a:gd name="T16" fmla="*/ 37 w 1047"/>
                <a:gd name="T17" fmla="*/ 556 h 1037"/>
                <a:gd name="T18" fmla="*/ 491 w 1047"/>
                <a:gd name="T19" fmla="*/ 1006 h 1037"/>
                <a:gd name="T20" fmla="*/ 565 w 1047"/>
                <a:gd name="T21" fmla="*/ 1037 h 1037"/>
                <a:gd name="T22" fmla="*/ 567 w 1047"/>
                <a:gd name="T23" fmla="*/ 1037 h 1037"/>
                <a:gd name="T24" fmla="*/ 589 w 1047"/>
                <a:gd name="T25" fmla="*/ 1035 h 1037"/>
                <a:gd name="T26" fmla="*/ 667 w 1047"/>
                <a:gd name="T27" fmla="*/ 969 h 1037"/>
                <a:gd name="T28" fmla="*/ 858 w 1047"/>
                <a:gd name="T29" fmla="*/ 491 h 1037"/>
                <a:gd name="T30" fmla="*/ 907 w 1047"/>
                <a:gd name="T31" fmla="*/ 506 h 1037"/>
                <a:gd name="T32" fmla="*/ 970 w 1047"/>
                <a:gd name="T33" fmla="*/ 480 h 1037"/>
                <a:gd name="T34" fmla="*/ 1020 w 1047"/>
                <a:gd name="T35" fmla="*/ 429 h 1037"/>
                <a:gd name="T36" fmla="*/ 1047 w 1047"/>
                <a:gd name="T37" fmla="*/ 366 h 1037"/>
                <a:gd name="T38" fmla="*/ 1021 w 1047"/>
                <a:gd name="T39" fmla="*/ 303 h 1037"/>
                <a:gd name="T40" fmla="*/ 744 w 1047"/>
                <a:gd name="T41" fmla="*/ 26 h 1037"/>
                <a:gd name="T42" fmla="*/ 601 w 1047"/>
                <a:gd name="T43" fmla="*/ 943 h 1037"/>
                <a:gd name="T44" fmla="*/ 575 w 1047"/>
                <a:gd name="T45" fmla="*/ 965 h 1037"/>
                <a:gd name="T46" fmla="*/ 566 w 1047"/>
                <a:gd name="T47" fmla="*/ 966 h 1037"/>
                <a:gd name="T48" fmla="*/ 542 w 1047"/>
                <a:gd name="T49" fmla="*/ 955 h 1037"/>
                <a:gd name="T50" fmla="*/ 87 w 1047"/>
                <a:gd name="T51" fmla="*/ 505 h 1037"/>
                <a:gd name="T52" fmla="*/ 77 w 1047"/>
                <a:gd name="T53" fmla="*/ 473 h 1037"/>
                <a:gd name="T54" fmla="*/ 98 w 1047"/>
                <a:gd name="T55" fmla="*/ 447 h 1037"/>
                <a:gd name="T56" fmla="*/ 320 w 1047"/>
                <a:gd name="T57" fmla="*/ 358 h 1037"/>
                <a:gd name="T58" fmla="*/ 770 w 1047"/>
                <a:gd name="T59" fmla="*/ 520 h 1037"/>
                <a:gd name="T60" fmla="*/ 601 w 1047"/>
                <a:gd name="T61" fmla="*/ 943 h 1037"/>
                <a:gd name="T62" fmla="*/ 970 w 1047"/>
                <a:gd name="T63" fmla="*/ 378 h 1037"/>
                <a:gd name="T64" fmla="*/ 919 w 1047"/>
                <a:gd name="T65" fmla="*/ 429 h 1037"/>
                <a:gd name="T66" fmla="*/ 894 w 1047"/>
                <a:gd name="T67" fmla="*/ 429 h 1037"/>
                <a:gd name="T68" fmla="*/ 831 w 1047"/>
                <a:gd name="T69" fmla="*/ 366 h 1037"/>
                <a:gd name="T70" fmla="*/ 780 w 1047"/>
                <a:gd name="T71" fmla="*/ 494 h 1037"/>
                <a:gd name="T72" fmla="*/ 784 w 1047"/>
                <a:gd name="T73" fmla="*/ 483 h 1037"/>
                <a:gd name="T74" fmla="*/ 468 w 1047"/>
                <a:gd name="T75" fmla="*/ 350 h 1037"/>
                <a:gd name="T76" fmla="*/ 376 w 1047"/>
                <a:gd name="T77" fmla="*/ 336 h 1037"/>
                <a:gd name="T78" fmla="*/ 679 w 1047"/>
                <a:gd name="T79" fmla="*/ 214 h 1037"/>
                <a:gd name="T80" fmla="*/ 618 w 1047"/>
                <a:gd name="T81" fmla="*/ 153 h 1037"/>
                <a:gd name="T82" fmla="*/ 618 w 1047"/>
                <a:gd name="T83" fmla="*/ 128 h 1037"/>
                <a:gd name="T84" fmla="*/ 669 w 1047"/>
                <a:gd name="T85" fmla="*/ 77 h 1037"/>
                <a:gd name="T86" fmla="*/ 694 w 1047"/>
                <a:gd name="T87" fmla="*/ 77 h 1037"/>
                <a:gd name="T88" fmla="*/ 970 w 1047"/>
                <a:gd name="T89" fmla="*/ 353 h 1037"/>
                <a:gd name="T90" fmla="*/ 970 w 1047"/>
                <a:gd name="T91" fmla="*/ 378 h 10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7" h="1037">
                  <a:moveTo>
                    <a:pt x="744" y="26"/>
                  </a:moveTo>
                  <a:cubicBezTo>
                    <a:pt x="727" y="10"/>
                    <a:pt x="705" y="0"/>
                    <a:pt x="681" y="0"/>
                  </a:cubicBezTo>
                  <a:cubicBezTo>
                    <a:pt x="657" y="0"/>
                    <a:pt x="635" y="10"/>
                    <a:pt x="618" y="26"/>
                  </a:cubicBezTo>
                  <a:cubicBezTo>
                    <a:pt x="568" y="77"/>
                    <a:pt x="568" y="77"/>
                    <a:pt x="568" y="77"/>
                  </a:cubicBezTo>
                  <a:cubicBezTo>
                    <a:pt x="551" y="94"/>
                    <a:pt x="541" y="116"/>
                    <a:pt x="541" y="140"/>
                  </a:cubicBezTo>
                  <a:cubicBezTo>
                    <a:pt x="541" y="157"/>
                    <a:pt x="546" y="173"/>
                    <a:pt x="555" y="187"/>
                  </a:cubicBezTo>
                  <a:cubicBezTo>
                    <a:pt x="69" y="382"/>
                    <a:pt x="69" y="382"/>
                    <a:pt x="69" y="382"/>
                  </a:cubicBezTo>
                  <a:cubicBezTo>
                    <a:pt x="37" y="396"/>
                    <a:pt x="13" y="425"/>
                    <a:pt x="7" y="460"/>
                  </a:cubicBezTo>
                  <a:cubicBezTo>
                    <a:pt x="0" y="495"/>
                    <a:pt x="11" y="531"/>
                    <a:pt x="37" y="556"/>
                  </a:cubicBezTo>
                  <a:cubicBezTo>
                    <a:pt x="491" y="1006"/>
                    <a:pt x="491" y="1006"/>
                    <a:pt x="491" y="1006"/>
                  </a:cubicBezTo>
                  <a:cubicBezTo>
                    <a:pt x="511" y="1025"/>
                    <a:pt x="537" y="1036"/>
                    <a:pt x="565" y="1037"/>
                  </a:cubicBezTo>
                  <a:cubicBezTo>
                    <a:pt x="565" y="1037"/>
                    <a:pt x="567" y="1037"/>
                    <a:pt x="567" y="1037"/>
                  </a:cubicBezTo>
                  <a:cubicBezTo>
                    <a:pt x="575" y="1037"/>
                    <a:pt x="582" y="1036"/>
                    <a:pt x="589" y="1035"/>
                  </a:cubicBezTo>
                  <a:cubicBezTo>
                    <a:pt x="625" y="1027"/>
                    <a:pt x="654" y="1003"/>
                    <a:pt x="667" y="969"/>
                  </a:cubicBezTo>
                  <a:cubicBezTo>
                    <a:pt x="858" y="491"/>
                    <a:pt x="858" y="491"/>
                    <a:pt x="858" y="491"/>
                  </a:cubicBezTo>
                  <a:cubicBezTo>
                    <a:pt x="872" y="501"/>
                    <a:pt x="889" y="506"/>
                    <a:pt x="907" y="506"/>
                  </a:cubicBezTo>
                  <a:cubicBezTo>
                    <a:pt x="931" y="506"/>
                    <a:pt x="953" y="496"/>
                    <a:pt x="970" y="480"/>
                  </a:cubicBezTo>
                  <a:cubicBezTo>
                    <a:pt x="1020" y="429"/>
                    <a:pt x="1020" y="429"/>
                    <a:pt x="1020" y="429"/>
                  </a:cubicBezTo>
                  <a:cubicBezTo>
                    <a:pt x="1037" y="412"/>
                    <a:pt x="1047" y="390"/>
                    <a:pt x="1047" y="366"/>
                  </a:cubicBezTo>
                  <a:cubicBezTo>
                    <a:pt x="1047" y="342"/>
                    <a:pt x="1037" y="319"/>
                    <a:pt x="1021" y="303"/>
                  </a:cubicBezTo>
                  <a:lnTo>
                    <a:pt x="744" y="26"/>
                  </a:lnTo>
                  <a:close/>
                  <a:moveTo>
                    <a:pt x="601" y="943"/>
                  </a:moveTo>
                  <a:cubicBezTo>
                    <a:pt x="596" y="954"/>
                    <a:pt x="586" y="962"/>
                    <a:pt x="575" y="965"/>
                  </a:cubicBezTo>
                  <a:cubicBezTo>
                    <a:pt x="572" y="965"/>
                    <a:pt x="569" y="966"/>
                    <a:pt x="566" y="966"/>
                  </a:cubicBezTo>
                  <a:cubicBezTo>
                    <a:pt x="557" y="965"/>
                    <a:pt x="549" y="962"/>
                    <a:pt x="542" y="955"/>
                  </a:cubicBezTo>
                  <a:cubicBezTo>
                    <a:pt x="87" y="505"/>
                    <a:pt x="87" y="505"/>
                    <a:pt x="87" y="505"/>
                  </a:cubicBezTo>
                  <a:cubicBezTo>
                    <a:pt x="79" y="497"/>
                    <a:pt x="75" y="485"/>
                    <a:pt x="77" y="473"/>
                  </a:cubicBezTo>
                  <a:cubicBezTo>
                    <a:pt x="79" y="462"/>
                    <a:pt x="87" y="452"/>
                    <a:pt x="98" y="447"/>
                  </a:cubicBezTo>
                  <a:cubicBezTo>
                    <a:pt x="320" y="358"/>
                    <a:pt x="320" y="358"/>
                    <a:pt x="320" y="358"/>
                  </a:cubicBezTo>
                  <a:cubicBezTo>
                    <a:pt x="470" y="408"/>
                    <a:pt x="620" y="360"/>
                    <a:pt x="770" y="520"/>
                  </a:cubicBezTo>
                  <a:lnTo>
                    <a:pt x="601" y="943"/>
                  </a:lnTo>
                  <a:close/>
                  <a:moveTo>
                    <a:pt x="970" y="378"/>
                  </a:moveTo>
                  <a:cubicBezTo>
                    <a:pt x="919" y="429"/>
                    <a:pt x="919" y="429"/>
                    <a:pt x="919" y="429"/>
                  </a:cubicBezTo>
                  <a:cubicBezTo>
                    <a:pt x="912" y="436"/>
                    <a:pt x="901" y="436"/>
                    <a:pt x="894" y="429"/>
                  </a:cubicBezTo>
                  <a:cubicBezTo>
                    <a:pt x="831" y="366"/>
                    <a:pt x="831" y="366"/>
                    <a:pt x="831" y="366"/>
                  </a:cubicBezTo>
                  <a:cubicBezTo>
                    <a:pt x="780" y="494"/>
                    <a:pt x="780" y="494"/>
                    <a:pt x="780" y="494"/>
                  </a:cubicBezTo>
                  <a:cubicBezTo>
                    <a:pt x="784" y="483"/>
                    <a:pt x="784" y="483"/>
                    <a:pt x="784" y="483"/>
                  </a:cubicBezTo>
                  <a:cubicBezTo>
                    <a:pt x="676" y="376"/>
                    <a:pt x="567" y="362"/>
                    <a:pt x="468" y="350"/>
                  </a:cubicBezTo>
                  <a:cubicBezTo>
                    <a:pt x="437" y="346"/>
                    <a:pt x="406" y="342"/>
                    <a:pt x="376" y="336"/>
                  </a:cubicBezTo>
                  <a:cubicBezTo>
                    <a:pt x="679" y="214"/>
                    <a:pt x="679" y="214"/>
                    <a:pt x="679" y="214"/>
                  </a:cubicBezTo>
                  <a:cubicBezTo>
                    <a:pt x="618" y="153"/>
                    <a:pt x="618" y="153"/>
                    <a:pt x="618" y="153"/>
                  </a:cubicBezTo>
                  <a:cubicBezTo>
                    <a:pt x="611" y="146"/>
                    <a:pt x="611" y="135"/>
                    <a:pt x="618" y="128"/>
                  </a:cubicBezTo>
                  <a:cubicBezTo>
                    <a:pt x="669" y="77"/>
                    <a:pt x="669" y="77"/>
                    <a:pt x="669" y="77"/>
                  </a:cubicBezTo>
                  <a:cubicBezTo>
                    <a:pt x="676" y="70"/>
                    <a:pt x="687" y="70"/>
                    <a:pt x="694" y="77"/>
                  </a:cubicBezTo>
                  <a:cubicBezTo>
                    <a:pt x="970" y="353"/>
                    <a:pt x="970" y="353"/>
                    <a:pt x="970" y="353"/>
                  </a:cubicBezTo>
                  <a:cubicBezTo>
                    <a:pt x="977" y="360"/>
                    <a:pt x="977" y="372"/>
                    <a:pt x="970" y="37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66" name="Freeform 6"/>
            <p:cNvSpPr>
              <a:spLocks noEditPoints="1"/>
            </p:cNvSpPr>
            <p:nvPr/>
          </p:nvSpPr>
          <p:spPr bwMode="auto">
            <a:xfrm>
              <a:off x="1536700" y="-311150"/>
              <a:ext cx="669925" cy="673100"/>
            </a:xfrm>
            <a:custGeom>
              <a:avLst/>
              <a:gdLst>
                <a:gd name="T0" fmla="*/ 89 w 178"/>
                <a:gd name="T1" fmla="*/ 179 h 179"/>
                <a:gd name="T2" fmla="*/ 178 w 178"/>
                <a:gd name="T3" fmla="*/ 89 h 179"/>
                <a:gd name="T4" fmla="*/ 89 w 178"/>
                <a:gd name="T5" fmla="*/ 0 h 179"/>
                <a:gd name="T6" fmla="*/ 0 w 178"/>
                <a:gd name="T7" fmla="*/ 89 h 179"/>
                <a:gd name="T8" fmla="*/ 89 w 178"/>
                <a:gd name="T9" fmla="*/ 179 h 179"/>
                <a:gd name="T10" fmla="*/ 89 w 178"/>
                <a:gd name="T11" fmla="*/ 36 h 179"/>
                <a:gd name="T12" fmla="*/ 143 w 178"/>
                <a:gd name="T13" fmla="*/ 89 h 179"/>
                <a:gd name="T14" fmla="*/ 89 w 178"/>
                <a:gd name="T15" fmla="*/ 143 h 179"/>
                <a:gd name="T16" fmla="*/ 35 w 178"/>
                <a:gd name="T17" fmla="*/ 89 h 179"/>
                <a:gd name="T18" fmla="*/ 89 w 178"/>
                <a:gd name="T19" fmla="*/ 3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138" y="179"/>
                    <a:pt x="178" y="139"/>
                    <a:pt x="178" y="89"/>
                  </a:cubicBezTo>
                  <a:cubicBezTo>
                    <a:pt x="178" y="40"/>
                    <a:pt x="138" y="0"/>
                    <a:pt x="89" y="0"/>
                  </a:cubicBezTo>
                  <a:cubicBezTo>
                    <a:pt x="40" y="0"/>
                    <a:pt x="0" y="40"/>
                    <a:pt x="0" y="89"/>
                  </a:cubicBezTo>
                  <a:cubicBezTo>
                    <a:pt x="0" y="139"/>
                    <a:pt x="40" y="179"/>
                    <a:pt x="89" y="179"/>
                  </a:cubicBezTo>
                  <a:close/>
                  <a:moveTo>
                    <a:pt x="89" y="36"/>
                  </a:moveTo>
                  <a:cubicBezTo>
                    <a:pt x="119" y="36"/>
                    <a:pt x="143" y="60"/>
                    <a:pt x="143" y="89"/>
                  </a:cubicBezTo>
                  <a:cubicBezTo>
                    <a:pt x="143" y="119"/>
                    <a:pt x="119" y="143"/>
                    <a:pt x="89" y="143"/>
                  </a:cubicBezTo>
                  <a:cubicBezTo>
                    <a:pt x="59" y="143"/>
                    <a:pt x="35" y="119"/>
                    <a:pt x="35" y="89"/>
                  </a:cubicBezTo>
                  <a:cubicBezTo>
                    <a:pt x="35" y="60"/>
                    <a:pt x="59" y="36"/>
                    <a:pt x="89" y="3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67" name="Freeform 7"/>
            <p:cNvSpPr>
              <a:spLocks noEditPoints="1"/>
            </p:cNvSpPr>
            <p:nvPr/>
          </p:nvSpPr>
          <p:spPr bwMode="auto">
            <a:xfrm>
              <a:off x="3282950" y="-2462213"/>
              <a:ext cx="673100" cy="673100"/>
            </a:xfrm>
            <a:custGeom>
              <a:avLst/>
              <a:gdLst>
                <a:gd name="T0" fmla="*/ 90 w 179"/>
                <a:gd name="T1" fmla="*/ 0 h 179"/>
                <a:gd name="T2" fmla="*/ 0 w 179"/>
                <a:gd name="T3" fmla="*/ 89 h 179"/>
                <a:gd name="T4" fmla="*/ 90 w 179"/>
                <a:gd name="T5" fmla="*/ 179 h 179"/>
                <a:gd name="T6" fmla="*/ 179 w 179"/>
                <a:gd name="T7" fmla="*/ 89 h 179"/>
                <a:gd name="T8" fmla="*/ 90 w 179"/>
                <a:gd name="T9" fmla="*/ 0 h 179"/>
                <a:gd name="T10" fmla="*/ 90 w 179"/>
                <a:gd name="T11" fmla="*/ 143 h 179"/>
                <a:gd name="T12" fmla="*/ 36 w 179"/>
                <a:gd name="T13" fmla="*/ 89 h 179"/>
                <a:gd name="T14" fmla="*/ 90 w 179"/>
                <a:gd name="T15" fmla="*/ 36 h 179"/>
                <a:gd name="T16" fmla="*/ 143 w 179"/>
                <a:gd name="T17" fmla="*/ 89 h 179"/>
                <a:gd name="T18" fmla="*/ 90 w 179"/>
                <a:gd name="T19" fmla="*/ 14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9">
                  <a:moveTo>
                    <a:pt x="90" y="0"/>
                  </a:moveTo>
                  <a:cubicBezTo>
                    <a:pt x="40" y="0"/>
                    <a:pt x="0" y="40"/>
                    <a:pt x="0" y="89"/>
                  </a:cubicBezTo>
                  <a:cubicBezTo>
                    <a:pt x="0" y="139"/>
                    <a:pt x="40" y="179"/>
                    <a:pt x="90" y="179"/>
                  </a:cubicBezTo>
                  <a:cubicBezTo>
                    <a:pt x="139" y="179"/>
                    <a:pt x="179" y="139"/>
                    <a:pt x="179" y="89"/>
                  </a:cubicBezTo>
                  <a:cubicBezTo>
                    <a:pt x="179" y="40"/>
                    <a:pt x="139" y="0"/>
                    <a:pt x="90" y="0"/>
                  </a:cubicBezTo>
                  <a:close/>
                  <a:moveTo>
                    <a:pt x="90" y="143"/>
                  </a:moveTo>
                  <a:cubicBezTo>
                    <a:pt x="60" y="143"/>
                    <a:pt x="36" y="119"/>
                    <a:pt x="36" y="89"/>
                  </a:cubicBezTo>
                  <a:cubicBezTo>
                    <a:pt x="36" y="60"/>
                    <a:pt x="60" y="36"/>
                    <a:pt x="90" y="36"/>
                  </a:cubicBezTo>
                  <a:cubicBezTo>
                    <a:pt x="119" y="36"/>
                    <a:pt x="143" y="60"/>
                    <a:pt x="143" y="89"/>
                  </a:cubicBezTo>
                  <a:cubicBezTo>
                    <a:pt x="143" y="119"/>
                    <a:pt x="119" y="143"/>
                    <a:pt x="90" y="14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68" name="Freeform 8"/>
            <p:cNvSpPr>
              <a:spLocks noEditPoints="1"/>
            </p:cNvSpPr>
            <p:nvPr/>
          </p:nvSpPr>
          <p:spPr bwMode="auto">
            <a:xfrm>
              <a:off x="728662" y="-446088"/>
              <a:ext cx="538163" cy="536575"/>
            </a:xfrm>
            <a:custGeom>
              <a:avLst/>
              <a:gdLst>
                <a:gd name="T0" fmla="*/ 0 w 143"/>
                <a:gd name="T1" fmla="*/ 72 h 143"/>
                <a:gd name="T2" fmla="*/ 72 w 143"/>
                <a:gd name="T3" fmla="*/ 143 h 143"/>
                <a:gd name="T4" fmla="*/ 143 w 143"/>
                <a:gd name="T5" fmla="*/ 72 h 143"/>
                <a:gd name="T6" fmla="*/ 72 w 143"/>
                <a:gd name="T7" fmla="*/ 0 h 143"/>
                <a:gd name="T8" fmla="*/ 0 w 143"/>
                <a:gd name="T9" fmla="*/ 72 h 143"/>
                <a:gd name="T10" fmla="*/ 72 w 143"/>
                <a:gd name="T11" fmla="*/ 36 h 143"/>
                <a:gd name="T12" fmla="*/ 107 w 143"/>
                <a:gd name="T13" fmla="*/ 72 h 143"/>
                <a:gd name="T14" fmla="*/ 72 w 143"/>
                <a:gd name="T15" fmla="*/ 108 h 143"/>
                <a:gd name="T16" fmla="*/ 36 w 143"/>
                <a:gd name="T17" fmla="*/ 72 h 143"/>
                <a:gd name="T18" fmla="*/ 72 w 143"/>
                <a:gd name="T19" fmla="*/ 36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143">
                  <a:moveTo>
                    <a:pt x="0" y="72"/>
                  </a:moveTo>
                  <a:cubicBezTo>
                    <a:pt x="0" y="111"/>
                    <a:pt x="32" y="143"/>
                    <a:pt x="72" y="143"/>
                  </a:cubicBezTo>
                  <a:cubicBezTo>
                    <a:pt x="111" y="143"/>
                    <a:pt x="143" y="111"/>
                    <a:pt x="143" y="72"/>
                  </a:cubicBezTo>
                  <a:cubicBezTo>
                    <a:pt x="143" y="32"/>
                    <a:pt x="111" y="0"/>
                    <a:pt x="72" y="0"/>
                  </a:cubicBezTo>
                  <a:cubicBezTo>
                    <a:pt x="32" y="0"/>
                    <a:pt x="0" y="32"/>
                    <a:pt x="0" y="72"/>
                  </a:cubicBezTo>
                  <a:close/>
                  <a:moveTo>
                    <a:pt x="72" y="36"/>
                  </a:moveTo>
                  <a:cubicBezTo>
                    <a:pt x="91" y="36"/>
                    <a:pt x="107" y="52"/>
                    <a:pt x="107" y="72"/>
                  </a:cubicBezTo>
                  <a:cubicBezTo>
                    <a:pt x="107" y="92"/>
                    <a:pt x="91" y="108"/>
                    <a:pt x="72" y="108"/>
                  </a:cubicBezTo>
                  <a:cubicBezTo>
                    <a:pt x="52" y="108"/>
                    <a:pt x="36" y="92"/>
                    <a:pt x="36" y="72"/>
                  </a:cubicBezTo>
                  <a:cubicBezTo>
                    <a:pt x="36" y="52"/>
                    <a:pt x="52" y="36"/>
                    <a:pt x="72" y="3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69" name="Oval 9"/>
            <p:cNvSpPr>
              <a:spLocks noChangeArrowheads="1"/>
            </p:cNvSpPr>
            <p:nvPr/>
          </p:nvSpPr>
          <p:spPr bwMode="auto">
            <a:xfrm>
              <a:off x="1266825" y="496888"/>
              <a:ext cx="269875"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sp>
          <p:nvSpPr>
            <p:cNvPr id="70" name="Oval 10"/>
            <p:cNvSpPr>
              <a:spLocks noChangeArrowheads="1"/>
            </p:cNvSpPr>
            <p:nvPr/>
          </p:nvSpPr>
          <p:spPr bwMode="auto">
            <a:xfrm>
              <a:off x="3417887" y="-1522413"/>
              <a:ext cx="269875" cy="27146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srgbClr val="080808">
                    <a:lumMod val="75000"/>
                    <a:lumOff val="25000"/>
                  </a:srgbClr>
                </a:solidFill>
                <a:effectLst/>
                <a:uLnTx/>
                <a:uFillTx/>
                <a:latin typeface="Calibri" panose="020F0502020204030204"/>
              </a:endParaRPr>
            </a:p>
          </p:txBody>
        </p:sp>
      </p:grpSp>
      <p:grpSp>
        <p:nvGrpSpPr>
          <p:cNvPr id="85" name="组合 84"/>
          <p:cNvGrpSpPr/>
          <p:nvPr/>
        </p:nvGrpSpPr>
        <p:grpSpPr>
          <a:xfrm>
            <a:off x="8937186" y="1691913"/>
            <a:ext cx="2711045" cy="3178251"/>
            <a:chOff x="1252538" y="2287817"/>
            <a:chExt cx="2200275" cy="2579458"/>
          </a:xfrm>
        </p:grpSpPr>
        <p:sp>
          <p:nvSpPr>
            <p:cNvPr id="86" name="任意多边形 23"/>
            <p:cNvSpPr/>
            <p:nvPr/>
          </p:nvSpPr>
          <p:spPr bwMode="auto">
            <a:xfrm>
              <a:off x="1888431" y="2287817"/>
              <a:ext cx="928488" cy="2383214"/>
            </a:xfrm>
            <a:custGeom>
              <a:avLst/>
              <a:gdLst>
                <a:gd name="connsiteX0" fmla="*/ 50834 w 266772"/>
                <a:gd name="connsiteY0" fmla="*/ 116876 h 684743"/>
                <a:gd name="connsiteX1" fmla="*/ 56483 w 266772"/>
                <a:gd name="connsiteY1" fmla="*/ 116876 h 684743"/>
                <a:gd name="connsiteX2" fmla="*/ 96021 w 266772"/>
                <a:gd name="connsiteY2" fmla="*/ 116876 h 684743"/>
                <a:gd name="connsiteX3" fmla="*/ 97324 w 266772"/>
                <a:gd name="connsiteY3" fmla="*/ 130780 h 684743"/>
                <a:gd name="connsiteX4" fmla="*/ 98628 w 266772"/>
                <a:gd name="connsiteY4" fmla="*/ 140338 h 684743"/>
                <a:gd name="connsiteX5" fmla="*/ 100365 w 266772"/>
                <a:gd name="connsiteY5" fmla="*/ 151200 h 684743"/>
                <a:gd name="connsiteX6" fmla="*/ 102538 w 266772"/>
                <a:gd name="connsiteY6" fmla="*/ 163366 h 684743"/>
                <a:gd name="connsiteX7" fmla="*/ 106014 w 266772"/>
                <a:gd name="connsiteY7" fmla="*/ 175966 h 684743"/>
                <a:gd name="connsiteX8" fmla="*/ 109924 w 266772"/>
                <a:gd name="connsiteY8" fmla="*/ 189434 h 684743"/>
                <a:gd name="connsiteX9" fmla="*/ 114703 w 266772"/>
                <a:gd name="connsiteY9" fmla="*/ 203338 h 684743"/>
                <a:gd name="connsiteX10" fmla="*/ 116441 w 266772"/>
                <a:gd name="connsiteY10" fmla="*/ 194214 h 684743"/>
                <a:gd name="connsiteX11" fmla="*/ 119048 w 266772"/>
                <a:gd name="connsiteY11" fmla="*/ 185524 h 684743"/>
                <a:gd name="connsiteX12" fmla="*/ 121221 w 266772"/>
                <a:gd name="connsiteY12" fmla="*/ 177269 h 684743"/>
                <a:gd name="connsiteX13" fmla="*/ 123828 w 266772"/>
                <a:gd name="connsiteY13" fmla="*/ 169883 h 684743"/>
                <a:gd name="connsiteX14" fmla="*/ 128172 w 266772"/>
                <a:gd name="connsiteY14" fmla="*/ 158586 h 684743"/>
                <a:gd name="connsiteX15" fmla="*/ 130345 w 266772"/>
                <a:gd name="connsiteY15" fmla="*/ 154242 h 684743"/>
                <a:gd name="connsiteX16" fmla="*/ 120786 w 266772"/>
                <a:gd name="connsiteY16" fmla="*/ 144683 h 684743"/>
                <a:gd name="connsiteX17" fmla="*/ 133386 w 266772"/>
                <a:gd name="connsiteY17" fmla="*/ 131648 h 684743"/>
                <a:gd name="connsiteX18" fmla="*/ 146421 w 266772"/>
                <a:gd name="connsiteY18" fmla="*/ 144683 h 684743"/>
                <a:gd name="connsiteX19" fmla="*/ 136862 w 266772"/>
                <a:gd name="connsiteY19" fmla="*/ 154242 h 684743"/>
                <a:gd name="connsiteX20" fmla="*/ 138600 w 266772"/>
                <a:gd name="connsiteY20" fmla="*/ 158586 h 684743"/>
                <a:gd name="connsiteX21" fmla="*/ 142945 w 266772"/>
                <a:gd name="connsiteY21" fmla="*/ 169883 h 684743"/>
                <a:gd name="connsiteX22" fmla="*/ 145552 w 266772"/>
                <a:gd name="connsiteY22" fmla="*/ 177269 h 684743"/>
                <a:gd name="connsiteX23" fmla="*/ 148159 w 266772"/>
                <a:gd name="connsiteY23" fmla="*/ 185524 h 684743"/>
                <a:gd name="connsiteX24" fmla="*/ 150331 w 266772"/>
                <a:gd name="connsiteY24" fmla="*/ 194214 h 684743"/>
                <a:gd name="connsiteX25" fmla="*/ 152069 w 266772"/>
                <a:gd name="connsiteY25" fmla="*/ 203338 h 684743"/>
                <a:gd name="connsiteX26" fmla="*/ 157283 w 266772"/>
                <a:gd name="connsiteY26" fmla="*/ 189434 h 684743"/>
                <a:gd name="connsiteX27" fmla="*/ 161193 w 266772"/>
                <a:gd name="connsiteY27" fmla="*/ 175966 h 684743"/>
                <a:gd name="connsiteX28" fmla="*/ 164234 w 266772"/>
                <a:gd name="connsiteY28" fmla="*/ 163366 h 684743"/>
                <a:gd name="connsiteX29" fmla="*/ 166841 w 266772"/>
                <a:gd name="connsiteY29" fmla="*/ 151200 h 684743"/>
                <a:gd name="connsiteX30" fmla="*/ 168579 w 266772"/>
                <a:gd name="connsiteY30" fmla="*/ 140338 h 684743"/>
                <a:gd name="connsiteX31" fmla="*/ 169883 w 266772"/>
                <a:gd name="connsiteY31" fmla="*/ 130780 h 684743"/>
                <a:gd name="connsiteX32" fmla="*/ 171186 w 266772"/>
                <a:gd name="connsiteY32" fmla="*/ 116876 h 684743"/>
                <a:gd name="connsiteX33" fmla="*/ 210289 w 266772"/>
                <a:gd name="connsiteY33" fmla="*/ 116876 h 684743"/>
                <a:gd name="connsiteX34" fmla="*/ 215938 w 266772"/>
                <a:gd name="connsiteY34" fmla="*/ 116876 h 684743"/>
                <a:gd name="connsiteX35" fmla="*/ 221586 w 266772"/>
                <a:gd name="connsiteY35" fmla="*/ 117745 h 684743"/>
                <a:gd name="connsiteX36" fmla="*/ 227234 w 266772"/>
                <a:gd name="connsiteY36" fmla="*/ 119049 h 684743"/>
                <a:gd name="connsiteX37" fmla="*/ 232448 w 266772"/>
                <a:gd name="connsiteY37" fmla="*/ 121221 h 684743"/>
                <a:gd name="connsiteX38" fmla="*/ 237227 w 266772"/>
                <a:gd name="connsiteY38" fmla="*/ 123393 h 684743"/>
                <a:gd name="connsiteX39" fmla="*/ 242007 w 266772"/>
                <a:gd name="connsiteY39" fmla="*/ 126435 h 684743"/>
                <a:gd name="connsiteX40" fmla="*/ 246351 w 266772"/>
                <a:gd name="connsiteY40" fmla="*/ 129476 h 684743"/>
                <a:gd name="connsiteX41" fmla="*/ 250262 w 266772"/>
                <a:gd name="connsiteY41" fmla="*/ 133386 h 684743"/>
                <a:gd name="connsiteX42" fmla="*/ 254172 w 266772"/>
                <a:gd name="connsiteY42" fmla="*/ 137297 h 684743"/>
                <a:gd name="connsiteX43" fmla="*/ 257214 w 266772"/>
                <a:gd name="connsiteY43" fmla="*/ 141642 h 684743"/>
                <a:gd name="connsiteX44" fmla="*/ 260255 w 266772"/>
                <a:gd name="connsiteY44" fmla="*/ 146421 h 684743"/>
                <a:gd name="connsiteX45" fmla="*/ 262427 w 266772"/>
                <a:gd name="connsiteY45" fmla="*/ 151200 h 684743"/>
                <a:gd name="connsiteX46" fmla="*/ 264600 w 266772"/>
                <a:gd name="connsiteY46" fmla="*/ 156414 h 684743"/>
                <a:gd name="connsiteX47" fmla="*/ 265903 w 266772"/>
                <a:gd name="connsiteY47" fmla="*/ 162062 h 684743"/>
                <a:gd name="connsiteX48" fmla="*/ 266772 w 266772"/>
                <a:gd name="connsiteY48" fmla="*/ 167276 h 684743"/>
                <a:gd name="connsiteX49" fmla="*/ 266772 w 266772"/>
                <a:gd name="connsiteY49" fmla="*/ 173359 h 684743"/>
                <a:gd name="connsiteX50" fmla="*/ 266772 w 266772"/>
                <a:gd name="connsiteY50" fmla="*/ 371917 h 684743"/>
                <a:gd name="connsiteX51" fmla="*/ 266338 w 266772"/>
                <a:gd name="connsiteY51" fmla="*/ 376261 h 684743"/>
                <a:gd name="connsiteX52" fmla="*/ 265034 w 266772"/>
                <a:gd name="connsiteY52" fmla="*/ 380172 h 684743"/>
                <a:gd name="connsiteX53" fmla="*/ 263296 w 266772"/>
                <a:gd name="connsiteY53" fmla="*/ 384082 h 684743"/>
                <a:gd name="connsiteX54" fmla="*/ 260689 w 266772"/>
                <a:gd name="connsiteY54" fmla="*/ 387123 h 684743"/>
                <a:gd name="connsiteX55" fmla="*/ 257214 w 266772"/>
                <a:gd name="connsiteY55" fmla="*/ 389730 h 684743"/>
                <a:gd name="connsiteX56" fmla="*/ 253738 w 266772"/>
                <a:gd name="connsiteY56" fmla="*/ 391903 h 684743"/>
                <a:gd name="connsiteX57" fmla="*/ 249827 w 266772"/>
                <a:gd name="connsiteY57" fmla="*/ 393206 h 684743"/>
                <a:gd name="connsiteX58" fmla="*/ 245048 w 266772"/>
                <a:gd name="connsiteY58" fmla="*/ 393641 h 684743"/>
                <a:gd name="connsiteX59" fmla="*/ 240703 w 266772"/>
                <a:gd name="connsiteY59" fmla="*/ 393206 h 684743"/>
                <a:gd name="connsiteX60" fmla="*/ 236793 w 266772"/>
                <a:gd name="connsiteY60" fmla="*/ 391903 h 684743"/>
                <a:gd name="connsiteX61" fmla="*/ 233317 w 266772"/>
                <a:gd name="connsiteY61" fmla="*/ 389730 h 684743"/>
                <a:gd name="connsiteX62" fmla="*/ 229841 w 266772"/>
                <a:gd name="connsiteY62" fmla="*/ 387123 h 684743"/>
                <a:gd name="connsiteX63" fmla="*/ 227234 w 266772"/>
                <a:gd name="connsiteY63" fmla="*/ 384082 h 684743"/>
                <a:gd name="connsiteX64" fmla="*/ 225062 w 266772"/>
                <a:gd name="connsiteY64" fmla="*/ 380172 h 684743"/>
                <a:gd name="connsiteX65" fmla="*/ 224193 w 266772"/>
                <a:gd name="connsiteY65" fmla="*/ 376261 h 684743"/>
                <a:gd name="connsiteX66" fmla="*/ 223758 w 266772"/>
                <a:gd name="connsiteY66" fmla="*/ 371917 h 684743"/>
                <a:gd name="connsiteX67" fmla="*/ 223758 w 266772"/>
                <a:gd name="connsiteY67" fmla="*/ 205510 h 684743"/>
                <a:gd name="connsiteX68" fmla="*/ 202469 w 266772"/>
                <a:gd name="connsiteY68" fmla="*/ 205510 h 684743"/>
                <a:gd name="connsiteX69" fmla="*/ 202469 w 266772"/>
                <a:gd name="connsiteY69" fmla="*/ 657805 h 684743"/>
                <a:gd name="connsiteX70" fmla="*/ 202469 w 266772"/>
                <a:gd name="connsiteY70" fmla="*/ 660412 h 684743"/>
                <a:gd name="connsiteX71" fmla="*/ 202034 w 266772"/>
                <a:gd name="connsiteY71" fmla="*/ 663019 h 684743"/>
                <a:gd name="connsiteX72" fmla="*/ 201165 w 266772"/>
                <a:gd name="connsiteY72" fmla="*/ 665626 h 684743"/>
                <a:gd name="connsiteX73" fmla="*/ 200296 w 266772"/>
                <a:gd name="connsiteY73" fmla="*/ 668233 h 684743"/>
                <a:gd name="connsiteX74" fmla="*/ 197689 w 266772"/>
                <a:gd name="connsiteY74" fmla="*/ 673012 h 684743"/>
                <a:gd name="connsiteX75" fmla="*/ 194648 w 266772"/>
                <a:gd name="connsiteY75" fmla="*/ 676922 h 684743"/>
                <a:gd name="connsiteX76" fmla="*/ 190303 w 266772"/>
                <a:gd name="connsiteY76" fmla="*/ 680398 h 684743"/>
                <a:gd name="connsiteX77" fmla="*/ 185958 w 266772"/>
                <a:gd name="connsiteY77" fmla="*/ 683005 h 684743"/>
                <a:gd name="connsiteX78" fmla="*/ 183352 w 266772"/>
                <a:gd name="connsiteY78" fmla="*/ 683874 h 684743"/>
                <a:gd name="connsiteX79" fmla="*/ 180745 w 266772"/>
                <a:gd name="connsiteY79" fmla="*/ 684309 h 684743"/>
                <a:gd name="connsiteX80" fmla="*/ 178138 w 266772"/>
                <a:gd name="connsiteY80" fmla="*/ 684743 h 684743"/>
                <a:gd name="connsiteX81" fmla="*/ 175096 w 266772"/>
                <a:gd name="connsiteY81" fmla="*/ 684743 h 684743"/>
                <a:gd name="connsiteX82" fmla="*/ 172490 w 266772"/>
                <a:gd name="connsiteY82" fmla="*/ 684743 h 684743"/>
                <a:gd name="connsiteX83" fmla="*/ 169883 w 266772"/>
                <a:gd name="connsiteY83" fmla="*/ 684309 h 684743"/>
                <a:gd name="connsiteX84" fmla="*/ 167276 w 266772"/>
                <a:gd name="connsiteY84" fmla="*/ 683874 h 684743"/>
                <a:gd name="connsiteX85" fmla="*/ 164669 w 266772"/>
                <a:gd name="connsiteY85" fmla="*/ 683005 h 684743"/>
                <a:gd name="connsiteX86" fmla="*/ 159890 w 266772"/>
                <a:gd name="connsiteY86" fmla="*/ 680398 h 684743"/>
                <a:gd name="connsiteX87" fmla="*/ 155979 w 266772"/>
                <a:gd name="connsiteY87" fmla="*/ 676922 h 684743"/>
                <a:gd name="connsiteX88" fmla="*/ 152503 w 266772"/>
                <a:gd name="connsiteY88" fmla="*/ 673012 h 684743"/>
                <a:gd name="connsiteX89" fmla="*/ 149896 w 266772"/>
                <a:gd name="connsiteY89" fmla="*/ 668233 h 684743"/>
                <a:gd name="connsiteX90" fmla="*/ 149027 w 266772"/>
                <a:gd name="connsiteY90" fmla="*/ 665626 h 684743"/>
                <a:gd name="connsiteX91" fmla="*/ 148593 w 266772"/>
                <a:gd name="connsiteY91" fmla="*/ 663019 h 684743"/>
                <a:gd name="connsiteX92" fmla="*/ 148159 w 266772"/>
                <a:gd name="connsiteY92" fmla="*/ 660412 h 684743"/>
                <a:gd name="connsiteX93" fmla="*/ 148159 w 266772"/>
                <a:gd name="connsiteY93" fmla="*/ 657805 h 684743"/>
                <a:gd name="connsiteX94" fmla="*/ 148159 w 266772"/>
                <a:gd name="connsiteY94" fmla="*/ 393641 h 684743"/>
                <a:gd name="connsiteX95" fmla="*/ 124262 w 266772"/>
                <a:gd name="connsiteY95" fmla="*/ 393641 h 684743"/>
                <a:gd name="connsiteX96" fmla="*/ 124262 w 266772"/>
                <a:gd name="connsiteY96" fmla="*/ 657805 h 684743"/>
                <a:gd name="connsiteX97" fmla="*/ 124262 w 266772"/>
                <a:gd name="connsiteY97" fmla="*/ 660412 h 684743"/>
                <a:gd name="connsiteX98" fmla="*/ 123828 w 266772"/>
                <a:gd name="connsiteY98" fmla="*/ 663019 h 684743"/>
                <a:gd name="connsiteX99" fmla="*/ 122959 w 266772"/>
                <a:gd name="connsiteY99" fmla="*/ 665626 h 684743"/>
                <a:gd name="connsiteX100" fmla="*/ 122090 w 266772"/>
                <a:gd name="connsiteY100" fmla="*/ 668233 h 684743"/>
                <a:gd name="connsiteX101" fmla="*/ 119483 w 266772"/>
                <a:gd name="connsiteY101" fmla="*/ 673012 h 684743"/>
                <a:gd name="connsiteX102" fmla="*/ 116007 w 266772"/>
                <a:gd name="connsiteY102" fmla="*/ 676922 h 684743"/>
                <a:gd name="connsiteX103" fmla="*/ 112097 w 266772"/>
                <a:gd name="connsiteY103" fmla="*/ 680398 h 684743"/>
                <a:gd name="connsiteX104" fmla="*/ 107752 w 266772"/>
                <a:gd name="connsiteY104" fmla="*/ 683005 h 684743"/>
                <a:gd name="connsiteX105" fmla="*/ 105145 w 266772"/>
                <a:gd name="connsiteY105" fmla="*/ 683874 h 684743"/>
                <a:gd name="connsiteX106" fmla="*/ 102538 w 266772"/>
                <a:gd name="connsiteY106" fmla="*/ 684309 h 684743"/>
                <a:gd name="connsiteX107" fmla="*/ 99931 w 266772"/>
                <a:gd name="connsiteY107" fmla="*/ 684743 h 684743"/>
                <a:gd name="connsiteX108" fmla="*/ 96890 w 266772"/>
                <a:gd name="connsiteY108" fmla="*/ 684743 h 684743"/>
                <a:gd name="connsiteX109" fmla="*/ 91676 w 266772"/>
                <a:gd name="connsiteY109" fmla="*/ 684743 h 684743"/>
                <a:gd name="connsiteX110" fmla="*/ 89069 w 266772"/>
                <a:gd name="connsiteY110" fmla="*/ 684743 h 684743"/>
                <a:gd name="connsiteX111" fmla="*/ 86462 w 266772"/>
                <a:gd name="connsiteY111" fmla="*/ 684309 h 684743"/>
                <a:gd name="connsiteX112" fmla="*/ 83855 w 266772"/>
                <a:gd name="connsiteY112" fmla="*/ 683874 h 684743"/>
                <a:gd name="connsiteX113" fmla="*/ 81248 w 266772"/>
                <a:gd name="connsiteY113" fmla="*/ 683005 h 684743"/>
                <a:gd name="connsiteX114" fmla="*/ 76469 w 266772"/>
                <a:gd name="connsiteY114" fmla="*/ 680398 h 684743"/>
                <a:gd name="connsiteX115" fmla="*/ 72558 w 266772"/>
                <a:gd name="connsiteY115" fmla="*/ 676922 h 684743"/>
                <a:gd name="connsiteX116" fmla="*/ 69083 w 266772"/>
                <a:gd name="connsiteY116" fmla="*/ 673012 h 684743"/>
                <a:gd name="connsiteX117" fmla="*/ 66476 w 266772"/>
                <a:gd name="connsiteY117" fmla="*/ 668233 h 684743"/>
                <a:gd name="connsiteX118" fmla="*/ 65607 w 266772"/>
                <a:gd name="connsiteY118" fmla="*/ 665626 h 684743"/>
                <a:gd name="connsiteX119" fmla="*/ 65172 w 266772"/>
                <a:gd name="connsiteY119" fmla="*/ 663019 h 684743"/>
                <a:gd name="connsiteX120" fmla="*/ 64738 w 266772"/>
                <a:gd name="connsiteY120" fmla="*/ 660412 h 684743"/>
                <a:gd name="connsiteX121" fmla="*/ 64738 w 266772"/>
                <a:gd name="connsiteY121" fmla="*/ 657805 h 684743"/>
                <a:gd name="connsiteX122" fmla="*/ 64738 w 266772"/>
                <a:gd name="connsiteY122" fmla="*/ 205510 h 684743"/>
                <a:gd name="connsiteX123" fmla="*/ 43448 w 266772"/>
                <a:gd name="connsiteY123" fmla="*/ 205510 h 684743"/>
                <a:gd name="connsiteX124" fmla="*/ 43448 w 266772"/>
                <a:gd name="connsiteY124" fmla="*/ 371917 h 684743"/>
                <a:gd name="connsiteX125" fmla="*/ 43014 w 266772"/>
                <a:gd name="connsiteY125" fmla="*/ 376261 h 684743"/>
                <a:gd name="connsiteX126" fmla="*/ 41710 w 266772"/>
                <a:gd name="connsiteY126" fmla="*/ 380606 h 684743"/>
                <a:gd name="connsiteX127" fmla="*/ 39538 w 266772"/>
                <a:gd name="connsiteY127" fmla="*/ 384082 h 684743"/>
                <a:gd name="connsiteX128" fmla="*/ 36931 w 266772"/>
                <a:gd name="connsiteY128" fmla="*/ 387558 h 684743"/>
                <a:gd name="connsiteX129" fmla="*/ 33455 w 266772"/>
                <a:gd name="connsiteY129" fmla="*/ 390165 h 684743"/>
                <a:gd name="connsiteX130" fmla="*/ 29979 w 266772"/>
                <a:gd name="connsiteY130" fmla="*/ 391903 h 684743"/>
                <a:gd name="connsiteX131" fmla="*/ 25634 w 266772"/>
                <a:gd name="connsiteY131" fmla="*/ 393206 h 684743"/>
                <a:gd name="connsiteX132" fmla="*/ 21290 w 266772"/>
                <a:gd name="connsiteY132" fmla="*/ 393641 h 684743"/>
                <a:gd name="connsiteX133" fmla="*/ 16945 w 266772"/>
                <a:gd name="connsiteY133" fmla="*/ 393206 h 684743"/>
                <a:gd name="connsiteX134" fmla="*/ 13034 w 266772"/>
                <a:gd name="connsiteY134" fmla="*/ 391468 h 684743"/>
                <a:gd name="connsiteX135" fmla="*/ 9559 w 266772"/>
                <a:gd name="connsiteY135" fmla="*/ 389730 h 684743"/>
                <a:gd name="connsiteX136" fmla="*/ 6083 w 266772"/>
                <a:gd name="connsiteY136" fmla="*/ 386689 h 684743"/>
                <a:gd name="connsiteX137" fmla="*/ 3476 w 266772"/>
                <a:gd name="connsiteY137" fmla="*/ 383648 h 684743"/>
                <a:gd name="connsiteX138" fmla="*/ 1738 w 266772"/>
                <a:gd name="connsiteY138" fmla="*/ 379737 h 684743"/>
                <a:gd name="connsiteX139" fmla="*/ 434 w 266772"/>
                <a:gd name="connsiteY139" fmla="*/ 375392 h 684743"/>
                <a:gd name="connsiteX140" fmla="*/ 0 w 266772"/>
                <a:gd name="connsiteY140" fmla="*/ 371048 h 684743"/>
                <a:gd name="connsiteX141" fmla="*/ 0 w 266772"/>
                <a:gd name="connsiteY141" fmla="*/ 173359 h 684743"/>
                <a:gd name="connsiteX142" fmla="*/ 434 w 266772"/>
                <a:gd name="connsiteY142" fmla="*/ 167276 h 684743"/>
                <a:gd name="connsiteX143" fmla="*/ 1303 w 266772"/>
                <a:gd name="connsiteY143" fmla="*/ 162062 h 684743"/>
                <a:gd name="connsiteX144" fmla="*/ 2607 w 266772"/>
                <a:gd name="connsiteY144" fmla="*/ 156414 h 684743"/>
                <a:gd name="connsiteX145" fmla="*/ 4345 w 266772"/>
                <a:gd name="connsiteY145" fmla="*/ 151200 h 684743"/>
                <a:gd name="connsiteX146" fmla="*/ 6952 w 266772"/>
                <a:gd name="connsiteY146" fmla="*/ 146421 h 684743"/>
                <a:gd name="connsiteX147" fmla="*/ 9559 w 266772"/>
                <a:gd name="connsiteY147" fmla="*/ 141642 h 684743"/>
                <a:gd name="connsiteX148" fmla="*/ 13034 w 266772"/>
                <a:gd name="connsiteY148" fmla="*/ 137297 h 684743"/>
                <a:gd name="connsiteX149" fmla="*/ 16510 w 266772"/>
                <a:gd name="connsiteY149" fmla="*/ 133386 h 684743"/>
                <a:gd name="connsiteX150" fmla="*/ 20855 w 266772"/>
                <a:gd name="connsiteY150" fmla="*/ 129476 h 684743"/>
                <a:gd name="connsiteX151" fmla="*/ 25200 w 266772"/>
                <a:gd name="connsiteY151" fmla="*/ 126435 h 684743"/>
                <a:gd name="connsiteX152" fmla="*/ 29545 w 266772"/>
                <a:gd name="connsiteY152" fmla="*/ 123393 h 684743"/>
                <a:gd name="connsiteX153" fmla="*/ 34759 w 266772"/>
                <a:gd name="connsiteY153" fmla="*/ 121221 h 684743"/>
                <a:gd name="connsiteX154" fmla="*/ 39972 w 266772"/>
                <a:gd name="connsiteY154" fmla="*/ 119049 h 684743"/>
                <a:gd name="connsiteX155" fmla="*/ 45186 w 266772"/>
                <a:gd name="connsiteY155" fmla="*/ 117745 h 684743"/>
                <a:gd name="connsiteX156" fmla="*/ 127738 w 266772"/>
                <a:gd name="connsiteY156" fmla="*/ 0 h 684743"/>
                <a:gd name="connsiteX157" fmla="*/ 132952 w 266772"/>
                <a:gd name="connsiteY157" fmla="*/ 0 h 684743"/>
                <a:gd name="connsiteX158" fmla="*/ 138166 w 266772"/>
                <a:gd name="connsiteY158" fmla="*/ 0 h 684743"/>
                <a:gd name="connsiteX159" fmla="*/ 143380 w 266772"/>
                <a:gd name="connsiteY159" fmla="*/ 869 h 684743"/>
                <a:gd name="connsiteX160" fmla="*/ 148594 w 266772"/>
                <a:gd name="connsiteY160" fmla="*/ 2173 h 684743"/>
                <a:gd name="connsiteX161" fmla="*/ 153373 w 266772"/>
                <a:gd name="connsiteY161" fmla="*/ 3910 h 684743"/>
                <a:gd name="connsiteX162" fmla="*/ 158152 w 266772"/>
                <a:gd name="connsiteY162" fmla="*/ 6517 h 684743"/>
                <a:gd name="connsiteX163" fmla="*/ 162497 w 266772"/>
                <a:gd name="connsiteY163" fmla="*/ 9124 h 684743"/>
                <a:gd name="connsiteX164" fmla="*/ 166407 w 266772"/>
                <a:gd name="connsiteY164" fmla="*/ 12166 h 684743"/>
                <a:gd name="connsiteX165" fmla="*/ 170318 w 266772"/>
                <a:gd name="connsiteY165" fmla="*/ 15207 h 684743"/>
                <a:gd name="connsiteX166" fmla="*/ 173794 w 266772"/>
                <a:gd name="connsiteY166" fmla="*/ 19117 h 684743"/>
                <a:gd name="connsiteX167" fmla="*/ 176835 w 266772"/>
                <a:gd name="connsiteY167" fmla="*/ 23028 h 684743"/>
                <a:gd name="connsiteX168" fmla="*/ 179442 w 266772"/>
                <a:gd name="connsiteY168" fmla="*/ 27372 h 684743"/>
                <a:gd name="connsiteX169" fmla="*/ 181614 w 266772"/>
                <a:gd name="connsiteY169" fmla="*/ 32152 h 684743"/>
                <a:gd name="connsiteX170" fmla="*/ 183352 w 266772"/>
                <a:gd name="connsiteY170" fmla="*/ 36931 h 684743"/>
                <a:gd name="connsiteX171" fmla="*/ 184656 w 266772"/>
                <a:gd name="connsiteY171" fmla="*/ 42145 h 684743"/>
                <a:gd name="connsiteX172" fmla="*/ 185525 w 266772"/>
                <a:gd name="connsiteY172" fmla="*/ 47359 h 684743"/>
                <a:gd name="connsiteX173" fmla="*/ 185959 w 266772"/>
                <a:gd name="connsiteY173" fmla="*/ 52572 h 684743"/>
                <a:gd name="connsiteX174" fmla="*/ 185525 w 266772"/>
                <a:gd name="connsiteY174" fmla="*/ 58221 h 684743"/>
                <a:gd name="connsiteX175" fmla="*/ 184656 w 266772"/>
                <a:gd name="connsiteY175" fmla="*/ 63434 h 684743"/>
                <a:gd name="connsiteX176" fmla="*/ 183352 w 266772"/>
                <a:gd name="connsiteY176" fmla="*/ 68648 h 684743"/>
                <a:gd name="connsiteX177" fmla="*/ 181614 w 266772"/>
                <a:gd name="connsiteY177" fmla="*/ 73427 h 684743"/>
                <a:gd name="connsiteX178" fmla="*/ 179442 w 266772"/>
                <a:gd name="connsiteY178" fmla="*/ 77772 h 684743"/>
                <a:gd name="connsiteX179" fmla="*/ 176835 w 266772"/>
                <a:gd name="connsiteY179" fmla="*/ 82117 h 684743"/>
                <a:gd name="connsiteX180" fmla="*/ 173794 w 266772"/>
                <a:gd name="connsiteY180" fmla="*/ 86462 h 684743"/>
                <a:gd name="connsiteX181" fmla="*/ 170318 w 266772"/>
                <a:gd name="connsiteY181" fmla="*/ 89938 h 684743"/>
                <a:gd name="connsiteX182" fmla="*/ 166407 w 266772"/>
                <a:gd name="connsiteY182" fmla="*/ 93414 h 684743"/>
                <a:gd name="connsiteX183" fmla="*/ 162497 w 266772"/>
                <a:gd name="connsiteY183" fmla="*/ 96455 h 684743"/>
                <a:gd name="connsiteX184" fmla="*/ 158152 w 266772"/>
                <a:gd name="connsiteY184" fmla="*/ 99062 h 684743"/>
                <a:gd name="connsiteX185" fmla="*/ 153373 w 266772"/>
                <a:gd name="connsiteY185" fmla="*/ 101234 h 684743"/>
                <a:gd name="connsiteX186" fmla="*/ 148594 w 266772"/>
                <a:gd name="connsiteY186" fmla="*/ 103407 h 684743"/>
                <a:gd name="connsiteX187" fmla="*/ 143380 w 266772"/>
                <a:gd name="connsiteY187" fmla="*/ 104710 h 684743"/>
                <a:gd name="connsiteX188" fmla="*/ 138166 w 266772"/>
                <a:gd name="connsiteY188" fmla="*/ 105145 h 684743"/>
                <a:gd name="connsiteX189" fmla="*/ 132952 w 266772"/>
                <a:gd name="connsiteY189" fmla="*/ 105579 h 684743"/>
                <a:gd name="connsiteX190" fmla="*/ 127738 w 266772"/>
                <a:gd name="connsiteY190" fmla="*/ 105145 h 684743"/>
                <a:gd name="connsiteX191" fmla="*/ 122090 w 266772"/>
                <a:gd name="connsiteY191" fmla="*/ 104710 h 684743"/>
                <a:gd name="connsiteX192" fmla="*/ 117311 w 266772"/>
                <a:gd name="connsiteY192" fmla="*/ 103407 h 684743"/>
                <a:gd name="connsiteX193" fmla="*/ 112531 w 266772"/>
                <a:gd name="connsiteY193" fmla="*/ 101234 h 684743"/>
                <a:gd name="connsiteX194" fmla="*/ 107752 w 266772"/>
                <a:gd name="connsiteY194" fmla="*/ 99062 h 684743"/>
                <a:gd name="connsiteX195" fmla="*/ 103407 w 266772"/>
                <a:gd name="connsiteY195" fmla="*/ 96455 h 684743"/>
                <a:gd name="connsiteX196" fmla="*/ 99497 w 266772"/>
                <a:gd name="connsiteY196" fmla="*/ 93414 h 684743"/>
                <a:gd name="connsiteX197" fmla="*/ 95587 w 266772"/>
                <a:gd name="connsiteY197" fmla="*/ 89938 h 684743"/>
                <a:gd name="connsiteX198" fmla="*/ 92111 w 266772"/>
                <a:gd name="connsiteY198" fmla="*/ 86462 h 684743"/>
                <a:gd name="connsiteX199" fmla="*/ 89069 w 266772"/>
                <a:gd name="connsiteY199" fmla="*/ 82117 h 684743"/>
                <a:gd name="connsiteX200" fmla="*/ 86462 w 266772"/>
                <a:gd name="connsiteY200" fmla="*/ 77772 h 684743"/>
                <a:gd name="connsiteX201" fmla="*/ 84290 w 266772"/>
                <a:gd name="connsiteY201" fmla="*/ 73427 h 684743"/>
                <a:gd name="connsiteX202" fmla="*/ 82552 w 266772"/>
                <a:gd name="connsiteY202" fmla="*/ 68648 h 684743"/>
                <a:gd name="connsiteX203" fmla="*/ 81249 w 266772"/>
                <a:gd name="connsiteY203" fmla="*/ 63434 h 684743"/>
                <a:gd name="connsiteX204" fmla="*/ 80380 w 266772"/>
                <a:gd name="connsiteY204" fmla="*/ 58221 h 684743"/>
                <a:gd name="connsiteX205" fmla="*/ 79945 w 266772"/>
                <a:gd name="connsiteY205" fmla="*/ 52572 h 684743"/>
                <a:gd name="connsiteX206" fmla="*/ 80380 w 266772"/>
                <a:gd name="connsiteY206" fmla="*/ 47359 h 684743"/>
                <a:gd name="connsiteX207" fmla="*/ 81249 w 266772"/>
                <a:gd name="connsiteY207" fmla="*/ 42145 h 684743"/>
                <a:gd name="connsiteX208" fmla="*/ 82552 w 266772"/>
                <a:gd name="connsiteY208" fmla="*/ 36931 h 684743"/>
                <a:gd name="connsiteX209" fmla="*/ 84290 w 266772"/>
                <a:gd name="connsiteY209" fmla="*/ 32152 h 684743"/>
                <a:gd name="connsiteX210" fmla="*/ 86462 w 266772"/>
                <a:gd name="connsiteY210" fmla="*/ 27372 h 684743"/>
                <a:gd name="connsiteX211" fmla="*/ 89069 w 266772"/>
                <a:gd name="connsiteY211" fmla="*/ 23028 h 684743"/>
                <a:gd name="connsiteX212" fmla="*/ 92111 w 266772"/>
                <a:gd name="connsiteY212" fmla="*/ 19117 h 684743"/>
                <a:gd name="connsiteX213" fmla="*/ 95587 w 266772"/>
                <a:gd name="connsiteY213" fmla="*/ 15207 h 684743"/>
                <a:gd name="connsiteX214" fmla="*/ 99497 w 266772"/>
                <a:gd name="connsiteY214" fmla="*/ 12166 h 684743"/>
                <a:gd name="connsiteX215" fmla="*/ 103407 w 266772"/>
                <a:gd name="connsiteY215" fmla="*/ 9124 h 684743"/>
                <a:gd name="connsiteX216" fmla="*/ 107752 w 266772"/>
                <a:gd name="connsiteY216" fmla="*/ 6517 h 684743"/>
                <a:gd name="connsiteX217" fmla="*/ 112531 w 266772"/>
                <a:gd name="connsiteY217" fmla="*/ 3910 h 684743"/>
                <a:gd name="connsiteX218" fmla="*/ 117311 w 266772"/>
                <a:gd name="connsiteY218" fmla="*/ 2173 h 684743"/>
                <a:gd name="connsiteX219" fmla="*/ 122090 w 266772"/>
                <a:gd name="connsiteY219" fmla="*/ 869 h 684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266772" h="684743">
                  <a:moveTo>
                    <a:pt x="50834" y="116876"/>
                  </a:moveTo>
                  <a:lnTo>
                    <a:pt x="56483" y="116876"/>
                  </a:lnTo>
                  <a:lnTo>
                    <a:pt x="96021" y="116876"/>
                  </a:lnTo>
                  <a:lnTo>
                    <a:pt x="97324" y="130780"/>
                  </a:lnTo>
                  <a:lnTo>
                    <a:pt x="98628" y="140338"/>
                  </a:lnTo>
                  <a:lnTo>
                    <a:pt x="100365" y="151200"/>
                  </a:lnTo>
                  <a:lnTo>
                    <a:pt x="102538" y="163366"/>
                  </a:lnTo>
                  <a:lnTo>
                    <a:pt x="106014" y="175966"/>
                  </a:lnTo>
                  <a:lnTo>
                    <a:pt x="109924" y="189434"/>
                  </a:lnTo>
                  <a:lnTo>
                    <a:pt x="114703" y="203338"/>
                  </a:lnTo>
                  <a:lnTo>
                    <a:pt x="116441" y="194214"/>
                  </a:lnTo>
                  <a:lnTo>
                    <a:pt x="119048" y="185524"/>
                  </a:lnTo>
                  <a:lnTo>
                    <a:pt x="121221" y="177269"/>
                  </a:lnTo>
                  <a:lnTo>
                    <a:pt x="123828" y="169883"/>
                  </a:lnTo>
                  <a:lnTo>
                    <a:pt x="128172" y="158586"/>
                  </a:lnTo>
                  <a:lnTo>
                    <a:pt x="130345" y="154242"/>
                  </a:lnTo>
                  <a:lnTo>
                    <a:pt x="120786" y="144683"/>
                  </a:lnTo>
                  <a:lnTo>
                    <a:pt x="133386" y="131648"/>
                  </a:lnTo>
                  <a:lnTo>
                    <a:pt x="146421" y="144683"/>
                  </a:lnTo>
                  <a:lnTo>
                    <a:pt x="136862" y="154242"/>
                  </a:lnTo>
                  <a:lnTo>
                    <a:pt x="138600" y="158586"/>
                  </a:lnTo>
                  <a:lnTo>
                    <a:pt x="142945" y="169883"/>
                  </a:lnTo>
                  <a:lnTo>
                    <a:pt x="145552" y="177269"/>
                  </a:lnTo>
                  <a:lnTo>
                    <a:pt x="148159" y="185524"/>
                  </a:lnTo>
                  <a:lnTo>
                    <a:pt x="150331" y="194214"/>
                  </a:lnTo>
                  <a:lnTo>
                    <a:pt x="152069" y="203338"/>
                  </a:lnTo>
                  <a:lnTo>
                    <a:pt x="157283" y="189434"/>
                  </a:lnTo>
                  <a:lnTo>
                    <a:pt x="161193" y="175966"/>
                  </a:lnTo>
                  <a:lnTo>
                    <a:pt x="164234" y="163366"/>
                  </a:lnTo>
                  <a:lnTo>
                    <a:pt x="166841" y="151200"/>
                  </a:lnTo>
                  <a:lnTo>
                    <a:pt x="168579" y="140338"/>
                  </a:lnTo>
                  <a:lnTo>
                    <a:pt x="169883" y="130780"/>
                  </a:lnTo>
                  <a:lnTo>
                    <a:pt x="171186" y="116876"/>
                  </a:lnTo>
                  <a:lnTo>
                    <a:pt x="210289" y="116876"/>
                  </a:lnTo>
                  <a:lnTo>
                    <a:pt x="215938" y="116876"/>
                  </a:lnTo>
                  <a:lnTo>
                    <a:pt x="221586" y="117745"/>
                  </a:lnTo>
                  <a:lnTo>
                    <a:pt x="227234" y="119049"/>
                  </a:lnTo>
                  <a:lnTo>
                    <a:pt x="232448" y="121221"/>
                  </a:lnTo>
                  <a:lnTo>
                    <a:pt x="237227" y="123393"/>
                  </a:lnTo>
                  <a:lnTo>
                    <a:pt x="242007" y="126435"/>
                  </a:lnTo>
                  <a:lnTo>
                    <a:pt x="246351" y="129476"/>
                  </a:lnTo>
                  <a:lnTo>
                    <a:pt x="250262" y="133386"/>
                  </a:lnTo>
                  <a:lnTo>
                    <a:pt x="254172" y="137297"/>
                  </a:lnTo>
                  <a:lnTo>
                    <a:pt x="257214" y="141642"/>
                  </a:lnTo>
                  <a:lnTo>
                    <a:pt x="260255" y="146421"/>
                  </a:lnTo>
                  <a:lnTo>
                    <a:pt x="262427" y="151200"/>
                  </a:lnTo>
                  <a:lnTo>
                    <a:pt x="264600" y="156414"/>
                  </a:lnTo>
                  <a:lnTo>
                    <a:pt x="265903" y="162062"/>
                  </a:lnTo>
                  <a:lnTo>
                    <a:pt x="266772" y="167276"/>
                  </a:lnTo>
                  <a:lnTo>
                    <a:pt x="266772" y="173359"/>
                  </a:lnTo>
                  <a:lnTo>
                    <a:pt x="266772" y="371917"/>
                  </a:lnTo>
                  <a:lnTo>
                    <a:pt x="266338" y="376261"/>
                  </a:lnTo>
                  <a:lnTo>
                    <a:pt x="265034" y="380172"/>
                  </a:lnTo>
                  <a:lnTo>
                    <a:pt x="263296" y="384082"/>
                  </a:lnTo>
                  <a:lnTo>
                    <a:pt x="260689" y="387123"/>
                  </a:lnTo>
                  <a:lnTo>
                    <a:pt x="257214" y="389730"/>
                  </a:lnTo>
                  <a:lnTo>
                    <a:pt x="253738" y="391903"/>
                  </a:lnTo>
                  <a:lnTo>
                    <a:pt x="249827" y="393206"/>
                  </a:lnTo>
                  <a:lnTo>
                    <a:pt x="245048" y="393641"/>
                  </a:lnTo>
                  <a:lnTo>
                    <a:pt x="240703" y="393206"/>
                  </a:lnTo>
                  <a:lnTo>
                    <a:pt x="236793" y="391903"/>
                  </a:lnTo>
                  <a:lnTo>
                    <a:pt x="233317" y="389730"/>
                  </a:lnTo>
                  <a:lnTo>
                    <a:pt x="229841" y="387123"/>
                  </a:lnTo>
                  <a:lnTo>
                    <a:pt x="227234" y="384082"/>
                  </a:lnTo>
                  <a:lnTo>
                    <a:pt x="225062" y="380172"/>
                  </a:lnTo>
                  <a:lnTo>
                    <a:pt x="224193" y="376261"/>
                  </a:lnTo>
                  <a:lnTo>
                    <a:pt x="223758" y="371917"/>
                  </a:lnTo>
                  <a:lnTo>
                    <a:pt x="223758" y="205510"/>
                  </a:lnTo>
                  <a:lnTo>
                    <a:pt x="202469" y="205510"/>
                  </a:lnTo>
                  <a:lnTo>
                    <a:pt x="202469" y="657805"/>
                  </a:lnTo>
                  <a:lnTo>
                    <a:pt x="202469" y="660412"/>
                  </a:lnTo>
                  <a:lnTo>
                    <a:pt x="202034" y="663019"/>
                  </a:lnTo>
                  <a:lnTo>
                    <a:pt x="201165" y="665626"/>
                  </a:lnTo>
                  <a:lnTo>
                    <a:pt x="200296" y="668233"/>
                  </a:lnTo>
                  <a:lnTo>
                    <a:pt x="197689" y="673012"/>
                  </a:lnTo>
                  <a:lnTo>
                    <a:pt x="194648" y="676922"/>
                  </a:lnTo>
                  <a:lnTo>
                    <a:pt x="190303" y="680398"/>
                  </a:lnTo>
                  <a:lnTo>
                    <a:pt x="185958" y="683005"/>
                  </a:lnTo>
                  <a:lnTo>
                    <a:pt x="183352" y="683874"/>
                  </a:lnTo>
                  <a:lnTo>
                    <a:pt x="180745" y="684309"/>
                  </a:lnTo>
                  <a:lnTo>
                    <a:pt x="178138" y="684743"/>
                  </a:lnTo>
                  <a:lnTo>
                    <a:pt x="175096" y="684743"/>
                  </a:lnTo>
                  <a:lnTo>
                    <a:pt x="172490" y="684743"/>
                  </a:lnTo>
                  <a:lnTo>
                    <a:pt x="169883" y="684309"/>
                  </a:lnTo>
                  <a:lnTo>
                    <a:pt x="167276" y="683874"/>
                  </a:lnTo>
                  <a:lnTo>
                    <a:pt x="164669" y="683005"/>
                  </a:lnTo>
                  <a:lnTo>
                    <a:pt x="159890" y="680398"/>
                  </a:lnTo>
                  <a:lnTo>
                    <a:pt x="155979" y="676922"/>
                  </a:lnTo>
                  <a:lnTo>
                    <a:pt x="152503" y="673012"/>
                  </a:lnTo>
                  <a:lnTo>
                    <a:pt x="149896" y="668233"/>
                  </a:lnTo>
                  <a:lnTo>
                    <a:pt x="149027" y="665626"/>
                  </a:lnTo>
                  <a:lnTo>
                    <a:pt x="148593" y="663019"/>
                  </a:lnTo>
                  <a:lnTo>
                    <a:pt x="148159" y="660412"/>
                  </a:lnTo>
                  <a:lnTo>
                    <a:pt x="148159" y="657805"/>
                  </a:lnTo>
                  <a:lnTo>
                    <a:pt x="148159" y="393641"/>
                  </a:lnTo>
                  <a:lnTo>
                    <a:pt x="124262" y="393641"/>
                  </a:lnTo>
                  <a:lnTo>
                    <a:pt x="124262" y="657805"/>
                  </a:lnTo>
                  <a:lnTo>
                    <a:pt x="124262" y="660412"/>
                  </a:lnTo>
                  <a:lnTo>
                    <a:pt x="123828" y="663019"/>
                  </a:lnTo>
                  <a:lnTo>
                    <a:pt x="122959" y="665626"/>
                  </a:lnTo>
                  <a:lnTo>
                    <a:pt x="122090" y="668233"/>
                  </a:lnTo>
                  <a:lnTo>
                    <a:pt x="119483" y="673012"/>
                  </a:lnTo>
                  <a:lnTo>
                    <a:pt x="116007" y="676922"/>
                  </a:lnTo>
                  <a:lnTo>
                    <a:pt x="112097" y="680398"/>
                  </a:lnTo>
                  <a:lnTo>
                    <a:pt x="107752" y="683005"/>
                  </a:lnTo>
                  <a:lnTo>
                    <a:pt x="105145" y="683874"/>
                  </a:lnTo>
                  <a:lnTo>
                    <a:pt x="102538" y="684309"/>
                  </a:lnTo>
                  <a:lnTo>
                    <a:pt x="99931" y="684743"/>
                  </a:lnTo>
                  <a:lnTo>
                    <a:pt x="96890" y="684743"/>
                  </a:lnTo>
                  <a:lnTo>
                    <a:pt x="91676" y="684743"/>
                  </a:lnTo>
                  <a:lnTo>
                    <a:pt x="89069" y="684743"/>
                  </a:lnTo>
                  <a:lnTo>
                    <a:pt x="86462" y="684309"/>
                  </a:lnTo>
                  <a:lnTo>
                    <a:pt x="83855" y="683874"/>
                  </a:lnTo>
                  <a:lnTo>
                    <a:pt x="81248" y="683005"/>
                  </a:lnTo>
                  <a:lnTo>
                    <a:pt x="76469" y="680398"/>
                  </a:lnTo>
                  <a:lnTo>
                    <a:pt x="72558" y="676922"/>
                  </a:lnTo>
                  <a:lnTo>
                    <a:pt x="69083" y="673012"/>
                  </a:lnTo>
                  <a:lnTo>
                    <a:pt x="66476" y="668233"/>
                  </a:lnTo>
                  <a:lnTo>
                    <a:pt x="65607" y="665626"/>
                  </a:lnTo>
                  <a:lnTo>
                    <a:pt x="65172" y="663019"/>
                  </a:lnTo>
                  <a:lnTo>
                    <a:pt x="64738" y="660412"/>
                  </a:lnTo>
                  <a:lnTo>
                    <a:pt x="64738" y="657805"/>
                  </a:lnTo>
                  <a:lnTo>
                    <a:pt x="64738" y="205510"/>
                  </a:lnTo>
                  <a:lnTo>
                    <a:pt x="43448" y="205510"/>
                  </a:lnTo>
                  <a:lnTo>
                    <a:pt x="43448" y="371917"/>
                  </a:lnTo>
                  <a:lnTo>
                    <a:pt x="43014" y="376261"/>
                  </a:lnTo>
                  <a:lnTo>
                    <a:pt x="41710" y="380606"/>
                  </a:lnTo>
                  <a:lnTo>
                    <a:pt x="39538" y="384082"/>
                  </a:lnTo>
                  <a:lnTo>
                    <a:pt x="36931" y="387558"/>
                  </a:lnTo>
                  <a:lnTo>
                    <a:pt x="33455" y="390165"/>
                  </a:lnTo>
                  <a:lnTo>
                    <a:pt x="29979" y="391903"/>
                  </a:lnTo>
                  <a:lnTo>
                    <a:pt x="25634" y="393206"/>
                  </a:lnTo>
                  <a:lnTo>
                    <a:pt x="21290" y="393641"/>
                  </a:lnTo>
                  <a:lnTo>
                    <a:pt x="16945" y="393206"/>
                  </a:lnTo>
                  <a:lnTo>
                    <a:pt x="13034" y="391468"/>
                  </a:lnTo>
                  <a:lnTo>
                    <a:pt x="9559" y="389730"/>
                  </a:lnTo>
                  <a:lnTo>
                    <a:pt x="6083" y="386689"/>
                  </a:lnTo>
                  <a:lnTo>
                    <a:pt x="3476" y="383648"/>
                  </a:lnTo>
                  <a:lnTo>
                    <a:pt x="1738" y="379737"/>
                  </a:lnTo>
                  <a:lnTo>
                    <a:pt x="434" y="375392"/>
                  </a:lnTo>
                  <a:lnTo>
                    <a:pt x="0" y="371048"/>
                  </a:lnTo>
                  <a:lnTo>
                    <a:pt x="0" y="173359"/>
                  </a:lnTo>
                  <a:lnTo>
                    <a:pt x="434" y="167276"/>
                  </a:lnTo>
                  <a:lnTo>
                    <a:pt x="1303" y="162062"/>
                  </a:lnTo>
                  <a:lnTo>
                    <a:pt x="2607" y="156414"/>
                  </a:lnTo>
                  <a:lnTo>
                    <a:pt x="4345" y="151200"/>
                  </a:lnTo>
                  <a:lnTo>
                    <a:pt x="6952" y="146421"/>
                  </a:lnTo>
                  <a:lnTo>
                    <a:pt x="9559" y="141642"/>
                  </a:lnTo>
                  <a:lnTo>
                    <a:pt x="13034" y="137297"/>
                  </a:lnTo>
                  <a:lnTo>
                    <a:pt x="16510" y="133386"/>
                  </a:lnTo>
                  <a:lnTo>
                    <a:pt x="20855" y="129476"/>
                  </a:lnTo>
                  <a:lnTo>
                    <a:pt x="25200" y="126435"/>
                  </a:lnTo>
                  <a:lnTo>
                    <a:pt x="29545" y="123393"/>
                  </a:lnTo>
                  <a:lnTo>
                    <a:pt x="34759" y="121221"/>
                  </a:lnTo>
                  <a:lnTo>
                    <a:pt x="39972" y="119049"/>
                  </a:lnTo>
                  <a:lnTo>
                    <a:pt x="45186" y="117745"/>
                  </a:lnTo>
                  <a:close/>
                  <a:moveTo>
                    <a:pt x="127738" y="0"/>
                  </a:moveTo>
                  <a:lnTo>
                    <a:pt x="132952" y="0"/>
                  </a:lnTo>
                  <a:lnTo>
                    <a:pt x="138166" y="0"/>
                  </a:lnTo>
                  <a:lnTo>
                    <a:pt x="143380" y="869"/>
                  </a:lnTo>
                  <a:lnTo>
                    <a:pt x="148594" y="2173"/>
                  </a:lnTo>
                  <a:lnTo>
                    <a:pt x="153373" y="3910"/>
                  </a:lnTo>
                  <a:lnTo>
                    <a:pt x="158152" y="6517"/>
                  </a:lnTo>
                  <a:lnTo>
                    <a:pt x="162497" y="9124"/>
                  </a:lnTo>
                  <a:lnTo>
                    <a:pt x="166407" y="12166"/>
                  </a:lnTo>
                  <a:lnTo>
                    <a:pt x="170318" y="15207"/>
                  </a:lnTo>
                  <a:lnTo>
                    <a:pt x="173794" y="19117"/>
                  </a:lnTo>
                  <a:lnTo>
                    <a:pt x="176835" y="23028"/>
                  </a:lnTo>
                  <a:lnTo>
                    <a:pt x="179442" y="27372"/>
                  </a:lnTo>
                  <a:lnTo>
                    <a:pt x="181614" y="32152"/>
                  </a:lnTo>
                  <a:lnTo>
                    <a:pt x="183352" y="36931"/>
                  </a:lnTo>
                  <a:lnTo>
                    <a:pt x="184656" y="42145"/>
                  </a:lnTo>
                  <a:lnTo>
                    <a:pt x="185525" y="47359"/>
                  </a:lnTo>
                  <a:lnTo>
                    <a:pt x="185959" y="52572"/>
                  </a:lnTo>
                  <a:lnTo>
                    <a:pt x="185525" y="58221"/>
                  </a:lnTo>
                  <a:lnTo>
                    <a:pt x="184656" y="63434"/>
                  </a:lnTo>
                  <a:lnTo>
                    <a:pt x="183352" y="68648"/>
                  </a:lnTo>
                  <a:lnTo>
                    <a:pt x="181614" y="73427"/>
                  </a:lnTo>
                  <a:lnTo>
                    <a:pt x="179442" y="77772"/>
                  </a:lnTo>
                  <a:lnTo>
                    <a:pt x="176835" y="82117"/>
                  </a:lnTo>
                  <a:lnTo>
                    <a:pt x="173794" y="86462"/>
                  </a:lnTo>
                  <a:lnTo>
                    <a:pt x="170318" y="89938"/>
                  </a:lnTo>
                  <a:lnTo>
                    <a:pt x="166407" y="93414"/>
                  </a:lnTo>
                  <a:lnTo>
                    <a:pt x="162497" y="96455"/>
                  </a:lnTo>
                  <a:lnTo>
                    <a:pt x="158152" y="99062"/>
                  </a:lnTo>
                  <a:lnTo>
                    <a:pt x="153373" y="101234"/>
                  </a:lnTo>
                  <a:lnTo>
                    <a:pt x="148594" y="103407"/>
                  </a:lnTo>
                  <a:lnTo>
                    <a:pt x="143380" y="104710"/>
                  </a:lnTo>
                  <a:lnTo>
                    <a:pt x="138166" y="105145"/>
                  </a:lnTo>
                  <a:lnTo>
                    <a:pt x="132952" y="105579"/>
                  </a:lnTo>
                  <a:lnTo>
                    <a:pt x="127738" y="105145"/>
                  </a:lnTo>
                  <a:lnTo>
                    <a:pt x="122090" y="104710"/>
                  </a:lnTo>
                  <a:lnTo>
                    <a:pt x="117311" y="103407"/>
                  </a:lnTo>
                  <a:lnTo>
                    <a:pt x="112531" y="101234"/>
                  </a:lnTo>
                  <a:lnTo>
                    <a:pt x="107752" y="99062"/>
                  </a:lnTo>
                  <a:lnTo>
                    <a:pt x="103407" y="96455"/>
                  </a:lnTo>
                  <a:lnTo>
                    <a:pt x="99497" y="93414"/>
                  </a:lnTo>
                  <a:lnTo>
                    <a:pt x="95587" y="89938"/>
                  </a:lnTo>
                  <a:lnTo>
                    <a:pt x="92111" y="86462"/>
                  </a:lnTo>
                  <a:lnTo>
                    <a:pt x="89069" y="82117"/>
                  </a:lnTo>
                  <a:lnTo>
                    <a:pt x="86462" y="77772"/>
                  </a:lnTo>
                  <a:lnTo>
                    <a:pt x="84290" y="73427"/>
                  </a:lnTo>
                  <a:lnTo>
                    <a:pt x="82552" y="68648"/>
                  </a:lnTo>
                  <a:lnTo>
                    <a:pt x="81249" y="63434"/>
                  </a:lnTo>
                  <a:lnTo>
                    <a:pt x="80380" y="58221"/>
                  </a:lnTo>
                  <a:lnTo>
                    <a:pt x="79945" y="52572"/>
                  </a:lnTo>
                  <a:lnTo>
                    <a:pt x="80380" y="47359"/>
                  </a:lnTo>
                  <a:lnTo>
                    <a:pt x="81249" y="42145"/>
                  </a:lnTo>
                  <a:lnTo>
                    <a:pt x="82552" y="36931"/>
                  </a:lnTo>
                  <a:lnTo>
                    <a:pt x="84290" y="32152"/>
                  </a:lnTo>
                  <a:lnTo>
                    <a:pt x="86462" y="27372"/>
                  </a:lnTo>
                  <a:lnTo>
                    <a:pt x="89069" y="23028"/>
                  </a:lnTo>
                  <a:lnTo>
                    <a:pt x="92111" y="19117"/>
                  </a:lnTo>
                  <a:lnTo>
                    <a:pt x="95587" y="15207"/>
                  </a:lnTo>
                  <a:lnTo>
                    <a:pt x="99497" y="12166"/>
                  </a:lnTo>
                  <a:lnTo>
                    <a:pt x="103407" y="9124"/>
                  </a:lnTo>
                  <a:lnTo>
                    <a:pt x="107752" y="6517"/>
                  </a:lnTo>
                  <a:lnTo>
                    <a:pt x="112531" y="3910"/>
                  </a:lnTo>
                  <a:lnTo>
                    <a:pt x="117311" y="2173"/>
                  </a:lnTo>
                  <a:lnTo>
                    <a:pt x="122090" y="869"/>
                  </a:lnTo>
                  <a:close/>
                </a:path>
              </a:pathLst>
            </a:custGeom>
            <a:solidFill>
              <a:srgbClr val="E97B7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noAutofit/>
            </a:bodyPr>
            <a:lstStyle/>
            <a:p>
              <a:endParaRPr lang="zh-CN" altLang="en-US" sz="2400" baseline="-25000">
                <a:solidFill>
                  <a:schemeClr val="accent2">
                    <a:lumMod val="20000"/>
                    <a:lumOff val="80000"/>
                  </a:schemeClr>
                </a:solidFill>
              </a:endParaRPr>
            </a:p>
          </p:txBody>
        </p:sp>
        <p:sp>
          <p:nvSpPr>
            <p:cNvPr id="87" name="任意多边形 24"/>
            <p:cNvSpPr/>
            <p:nvPr/>
          </p:nvSpPr>
          <p:spPr>
            <a:xfrm>
              <a:off x="1500996" y="2761706"/>
              <a:ext cx="652950" cy="806994"/>
            </a:xfrm>
            <a:custGeom>
              <a:avLst/>
              <a:gdLst>
                <a:gd name="connsiteX0" fmla="*/ 602447 w 652950"/>
                <a:gd name="connsiteY0" fmla="*/ 141 h 806994"/>
                <a:gd name="connsiteX1" fmla="*/ 650040 w 652950"/>
                <a:gd name="connsiteY1" fmla="*/ 36899 h 806994"/>
                <a:gd name="connsiteX2" fmla="*/ 616051 w 652950"/>
                <a:gd name="connsiteY2" fmla="*/ 105916 h 806994"/>
                <a:gd name="connsiteX3" fmla="*/ 463550 w 652950"/>
                <a:gd name="connsiteY3" fmla="*/ 157775 h 806994"/>
                <a:gd name="connsiteX4" fmla="*/ 422003 w 652950"/>
                <a:gd name="connsiteY4" fmla="*/ 155075 h 806994"/>
                <a:gd name="connsiteX5" fmla="*/ 410852 w 652950"/>
                <a:gd name="connsiteY5" fmla="*/ 146600 h 806994"/>
                <a:gd name="connsiteX6" fmla="*/ 406405 w 652950"/>
                <a:gd name="connsiteY6" fmla="*/ 148241 h 806994"/>
                <a:gd name="connsiteX7" fmla="*/ 181132 w 652950"/>
                <a:gd name="connsiteY7" fmla="*/ 467656 h 806994"/>
                <a:gd name="connsiteX8" fmla="*/ 179482 w 652950"/>
                <a:gd name="connsiteY8" fmla="*/ 518147 h 806994"/>
                <a:gd name="connsiteX9" fmla="*/ 205105 w 652950"/>
                <a:gd name="connsiteY9" fmla="*/ 523320 h 806994"/>
                <a:gd name="connsiteX10" fmla="*/ 295276 w 652950"/>
                <a:gd name="connsiteY10" fmla="*/ 659356 h 806994"/>
                <a:gd name="connsiteX11" fmla="*/ 147638 w 652950"/>
                <a:gd name="connsiteY11" fmla="*/ 806994 h 806994"/>
                <a:gd name="connsiteX12" fmla="*/ 0 w 652950"/>
                <a:gd name="connsiteY12" fmla="*/ 659356 h 806994"/>
                <a:gd name="connsiteX13" fmla="*/ 90171 w 652950"/>
                <a:gd name="connsiteY13" fmla="*/ 523320 h 806994"/>
                <a:gd name="connsiteX14" fmla="*/ 126308 w 652950"/>
                <a:gd name="connsiteY14" fmla="*/ 516025 h 806994"/>
                <a:gd name="connsiteX15" fmla="*/ 128079 w 652950"/>
                <a:gd name="connsiteY15" fmla="*/ 461832 h 806994"/>
                <a:gd name="connsiteX16" fmla="*/ 383121 w 652950"/>
                <a:gd name="connsiteY16" fmla="*/ 100210 h 806994"/>
                <a:gd name="connsiteX17" fmla="*/ 393379 w 652950"/>
                <a:gd name="connsiteY17" fmla="*/ 96425 h 806994"/>
                <a:gd name="connsiteX18" fmla="*/ 397234 w 652950"/>
                <a:gd name="connsiteY18" fmla="*/ 82239 h 806994"/>
                <a:gd name="connsiteX19" fmla="*/ 428523 w 652950"/>
                <a:gd name="connsiteY19" fmla="*/ 54770 h 806994"/>
                <a:gd name="connsiteX20" fmla="*/ 581023 w 652950"/>
                <a:gd name="connsiteY20" fmla="*/ 2911 h 806994"/>
                <a:gd name="connsiteX21" fmla="*/ 602447 w 652950"/>
                <a:gd name="connsiteY21" fmla="*/ 141 h 806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52950" h="806994">
                  <a:moveTo>
                    <a:pt x="602447" y="141"/>
                  </a:moveTo>
                  <a:cubicBezTo>
                    <a:pt x="623590" y="1673"/>
                    <a:pt x="642785" y="15566"/>
                    <a:pt x="650040" y="36899"/>
                  </a:cubicBezTo>
                  <a:cubicBezTo>
                    <a:pt x="659712" y="65343"/>
                    <a:pt x="644495" y="96243"/>
                    <a:pt x="616051" y="105916"/>
                  </a:cubicBezTo>
                  <a:lnTo>
                    <a:pt x="463550" y="157775"/>
                  </a:lnTo>
                  <a:cubicBezTo>
                    <a:pt x="449328" y="162611"/>
                    <a:pt x="434492" y="161225"/>
                    <a:pt x="422003" y="155075"/>
                  </a:cubicBezTo>
                  <a:lnTo>
                    <a:pt x="410852" y="146600"/>
                  </a:lnTo>
                  <a:lnTo>
                    <a:pt x="406405" y="148241"/>
                  </a:lnTo>
                  <a:cubicBezTo>
                    <a:pt x="283518" y="207880"/>
                    <a:pt x="196325" y="327691"/>
                    <a:pt x="181132" y="467656"/>
                  </a:cubicBezTo>
                  <a:lnTo>
                    <a:pt x="179482" y="518147"/>
                  </a:lnTo>
                  <a:lnTo>
                    <a:pt x="205105" y="523320"/>
                  </a:lnTo>
                  <a:cubicBezTo>
                    <a:pt x="258095" y="545733"/>
                    <a:pt x="295276" y="598203"/>
                    <a:pt x="295276" y="659356"/>
                  </a:cubicBezTo>
                  <a:cubicBezTo>
                    <a:pt x="295276" y="740894"/>
                    <a:pt x="229176" y="806994"/>
                    <a:pt x="147638" y="806994"/>
                  </a:cubicBezTo>
                  <a:cubicBezTo>
                    <a:pt x="66100" y="806994"/>
                    <a:pt x="0" y="740894"/>
                    <a:pt x="0" y="659356"/>
                  </a:cubicBezTo>
                  <a:cubicBezTo>
                    <a:pt x="0" y="598203"/>
                    <a:pt x="37181" y="545733"/>
                    <a:pt x="90171" y="523320"/>
                  </a:cubicBezTo>
                  <a:lnTo>
                    <a:pt x="126308" y="516025"/>
                  </a:lnTo>
                  <a:lnTo>
                    <a:pt x="128079" y="461832"/>
                  </a:lnTo>
                  <a:cubicBezTo>
                    <a:pt x="145280" y="303372"/>
                    <a:pt x="243994" y="167729"/>
                    <a:pt x="383121" y="100210"/>
                  </a:cubicBezTo>
                  <a:lnTo>
                    <a:pt x="393379" y="96425"/>
                  </a:lnTo>
                  <a:lnTo>
                    <a:pt x="397234" y="82239"/>
                  </a:lnTo>
                  <a:cubicBezTo>
                    <a:pt x="403385" y="69750"/>
                    <a:pt x="414300" y="59606"/>
                    <a:pt x="428523" y="54770"/>
                  </a:cubicBezTo>
                  <a:lnTo>
                    <a:pt x="581023" y="2911"/>
                  </a:lnTo>
                  <a:cubicBezTo>
                    <a:pt x="588134" y="492"/>
                    <a:pt x="595399" y="-371"/>
                    <a:pt x="602447" y="141"/>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任意多边形 25"/>
            <p:cNvSpPr/>
            <p:nvPr/>
          </p:nvSpPr>
          <p:spPr>
            <a:xfrm>
              <a:off x="1252538" y="3390901"/>
              <a:ext cx="2200275" cy="1476374"/>
            </a:xfrm>
            <a:custGeom>
              <a:avLst/>
              <a:gdLst>
                <a:gd name="connsiteX0" fmla="*/ 35719 w 2200275"/>
                <a:gd name="connsiteY0" fmla="*/ 0 h 1476374"/>
                <a:gd name="connsiteX1" fmla="*/ 2164556 w 2200275"/>
                <a:gd name="connsiteY1" fmla="*/ 0 h 1476374"/>
                <a:gd name="connsiteX2" fmla="*/ 2200275 w 2200275"/>
                <a:gd name="connsiteY2" fmla="*/ 35719 h 1476374"/>
                <a:gd name="connsiteX3" fmla="*/ 2164556 w 2200275"/>
                <a:gd name="connsiteY3" fmla="*/ 71438 h 1476374"/>
                <a:gd name="connsiteX4" fmla="*/ 2073964 w 2200275"/>
                <a:gd name="connsiteY4" fmla="*/ 71438 h 1476374"/>
                <a:gd name="connsiteX5" fmla="*/ 1924646 w 2200275"/>
                <a:gd name="connsiteY5" fmla="*/ 319087 h 1476374"/>
                <a:gd name="connsiteX6" fmla="*/ 1609725 w 2200275"/>
                <a:gd name="connsiteY6" fmla="*/ 319087 h 1476374"/>
                <a:gd name="connsiteX7" fmla="*/ 1609725 w 2200275"/>
                <a:gd name="connsiteY7" fmla="*/ 1288256 h 1476374"/>
                <a:gd name="connsiteX8" fmla="*/ 1872853 w 2200275"/>
                <a:gd name="connsiteY8" fmla="*/ 1288256 h 1476374"/>
                <a:gd name="connsiteX9" fmla="*/ 1966912 w 2200275"/>
                <a:gd name="connsiteY9" fmla="*/ 1382315 h 1476374"/>
                <a:gd name="connsiteX10" fmla="*/ 1872853 w 2200275"/>
                <a:gd name="connsiteY10" fmla="*/ 1476374 h 1476374"/>
                <a:gd name="connsiteX11" fmla="*/ 327421 w 2200275"/>
                <a:gd name="connsiteY11" fmla="*/ 1476374 h 1476374"/>
                <a:gd name="connsiteX12" fmla="*/ 233362 w 2200275"/>
                <a:gd name="connsiteY12" fmla="*/ 1382315 h 1476374"/>
                <a:gd name="connsiteX13" fmla="*/ 327421 w 2200275"/>
                <a:gd name="connsiteY13" fmla="*/ 1288256 h 1476374"/>
                <a:gd name="connsiteX14" fmla="*/ 590550 w 2200275"/>
                <a:gd name="connsiteY14" fmla="*/ 1288256 h 1476374"/>
                <a:gd name="connsiteX15" fmla="*/ 590550 w 2200275"/>
                <a:gd name="connsiteY15" fmla="*/ 319087 h 1476374"/>
                <a:gd name="connsiteX16" fmla="*/ 275630 w 2200275"/>
                <a:gd name="connsiteY16" fmla="*/ 319087 h 1476374"/>
                <a:gd name="connsiteX17" fmla="*/ 126312 w 2200275"/>
                <a:gd name="connsiteY17" fmla="*/ 71438 h 1476374"/>
                <a:gd name="connsiteX18" fmla="*/ 35719 w 2200275"/>
                <a:gd name="connsiteY18" fmla="*/ 71438 h 1476374"/>
                <a:gd name="connsiteX19" fmla="*/ 0 w 2200275"/>
                <a:gd name="connsiteY19" fmla="*/ 35719 h 1476374"/>
                <a:gd name="connsiteX20" fmla="*/ 35719 w 2200275"/>
                <a:gd name="connsiteY20" fmla="*/ 0 h 1476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00275" h="1476374">
                  <a:moveTo>
                    <a:pt x="35719" y="0"/>
                  </a:moveTo>
                  <a:lnTo>
                    <a:pt x="2164556" y="0"/>
                  </a:lnTo>
                  <a:cubicBezTo>
                    <a:pt x="2184283" y="0"/>
                    <a:pt x="2200275" y="15992"/>
                    <a:pt x="2200275" y="35719"/>
                  </a:cubicBezTo>
                  <a:cubicBezTo>
                    <a:pt x="2200275" y="55446"/>
                    <a:pt x="2184283" y="71438"/>
                    <a:pt x="2164556" y="71438"/>
                  </a:cubicBezTo>
                  <a:lnTo>
                    <a:pt x="2073964" y="71438"/>
                  </a:lnTo>
                  <a:lnTo>
                    <a:pt x="1924646" y="319087"/>
                  </a:lnTo>
                  <a:lnTo>
                    <a:pt x="1609725" y="319087"/>
                  </a:lnTo>
                  <a:lnTo>
                    <a:pt x="1609725" y="1288256"/>
                  </a:lnTo>
                  <a:lnTo>
                    <a:pt x="1872853" y="1288256"/>
                  </a:lnTo>
                  <a:cubicBezTo>
                    <a:pt x="1924800" y="1288256"/>
                    <a:pt x="1966912" y="1330368"/>
                    <a:pt x="1966912" y="1382315"/>
                  </a:cubicBezTo>
                  <a:cubicBezTo>
                    <a:pt x="1966912" y="1434262"/>
                    <a:pt x="1924800" y="1476374"/>
                    <a:pt x="1872853" y="1476374"/>
                  </a:cubicBezTo>
                  <a:lnTo>
                    <a:pt x="327421" y="1476374"/>
                  </a:lnTo>
                  <a:cubicBezTo>
                    <a:pt x="275474" y="1476374"/>
                    <a:pt x="233362" y="1434262"/>
                    <a:pt x="233362" y="1382315"/>
                  </a:cubicBezTo>
                  <a:cubicBezTo>
                    <a:pt x="233362" y="1330368"/>
                    <a:pt x="275474" y="1288256"/>
                    <a:pt x="327421" y="1288256"/>
                  </a:cubicBezTo>
                  <a:lnTo>
                    <a:pt x="590550" y="1288256"/>
                  </a:lnTo>
                  <a:lnTo>
                    <a:pt x="590550" y="319087"/>
                  </a:lnTo>
                  <a:lnTo>
                    <a:pt x="275630" y="319087"/>
                  </a:lnTo>
                  <a:lnTo>
                    <a:pt x="126312" y="71438"/>
                  </a:lnTo>
                  <a:lnTo>
                    <a:pt x="35719" y="71438"/>
                  </a:lnTo>
                  <a:cubicBezTo>
                    <a:pt x="15992" y="71438"/>
                    <a:pt x="0" y="55446"/>
                    <a:pt x="0" y="35719"/>
                  </a:cubicBezTo>
                  <a:cubicBezTo>
                    <a:pt x="0" y="15992"/>
                    <a:pt x="15992" y="0"/>
                    <a:pt x="35719"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 name="文本框 1"/>
          <p:cNvSpPr txBox="1"/>
          <p:nvPr/>
        </p:nvSpPr>
        <p:spPr>
          <a:xfrm>
            <a:off x="1849755" y="1217930"/>
            <a:ext cx="6972935" cy="2030095"/>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在寝室之间有矛盾产生的时候，要及时化解，切记不要积怨仇恨。俗话说得好，亲兄弟还难免有打架的时候，更别说一个屋檐下的舍友了。一旦出现矛盾，舍友之间因为一些小事闹别扭，要及时化解，大家相互站在彼此的位置考虑下问题，多做自我检讨， 不要为了鸡毛蒜皮的小事影响了宿舍关系。遇到实在难以化解的矛盾，我们可以请老师和同学帮忙调解，最犯忌的就是因为一点小事便从此不相往来，在心中埋下仇恨的种子。</a:t>
            </a:r>
            <a:endParaRPr lang="zh-CN" altLang="en-US">
              <a:solidFill>
                <a:schemeClr val="accent1"/>
              </a:solidFill>
              <a:effectLst>
                <a:outerShdw blurRad="38100" dist="25400" dir="5400000" algn="ctr" rotWithShape="0">
                  <a:srgbClr val="6E747A">
                    <a:alpha val="43000"/>
                  </a:srgbClr>
                </a:outerShdw>
              </a:effectLst>
            </a:endParaRPr>
          </a:p>
        </p:txBody>
      </p:sp>
      <p:sp>
        <p:nvSpPr>
          <p:cNvPr id="4" name="文本框 3"/>
          <p:cNvSpPr txBox="1"/>
          <p:nvPr/>
        </p:nvSpPr>
        <p:spPr>
          <a:xfrm>
            <a:off x="1849755" y="3773805"/>
            <a:ext cx="7084695" cy="1476375"/>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同寝室之间，我们要搞好和每一个人的关系，不要拉帮结派，甚至故意去孤立一个人，这样很容易造成舍友关系走向边缘和极端。相处也是一门艺术，不管是富裕的同学帮助贫困的同学，还是贫困的同学如何维护自己的尊严，这都需要一种以情动人的相处艺术来协调与润滑大家之间的关系。</a:t>
            </a:r>
            <a:endParaRPr lang="zh-CN" altLang="en-US">
              <a:solidFill>
                <a:schemeClr val="accent1"/>
              </a:solidFill>
              <a:effectLst>
                <a:outerShdw blurRad="38100" dist="25400" dir="5400000" algn="ctr" rotWithShape="0">
                  <a:srgbClr val="6E747A">
                    <a:alpha val="43000"/>
                  </a:srgbClr>
                </a:outerShdw>
              </a:effectLs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fade">
                                      <p:cBhvr>
                                        <p:cTn id="12" dur="500"/>
                                        <p:tgtEl>
                                          <p:spTgt spid="57"/>
                                        </p:tgtEl>
                                      </p:cBhvr>
                                    </p:animEffect>
                                  </p:childTnLst>
                                </p:cTn>
                              </p:par>
                              <p:par>
                                <p:cTn id="13" presetID="10"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fade">
                                      <p:cBhvr>
                                        <p:cTn id="15" dur="500"/>
                                        <p:tgtEl>
                                          <p:spTgt spid="5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fade">
                                      <p:cBhvr>
                                        <p:cTn id="18" dur="500"/>
                                        <p:tgtEl>
                                          <p:spTgt spid="62"/>
                                        </p:tgtEl>
                                      </p:cBhvr>
                                    </p:animEffect>
                                  </p:childTnLst>
                                </p:cTn>
                              </p:par>
                              <p:par>
                                <p:cTn id="19" presetID="10" presetClass="entr" presetSubtype="0"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fade">
                                      <p:cBhvr>
                                        <p:cTn id="24" dur="500"/>
                                        <p:tgtEl>
                                          <p:spTgt spid="53"/>
                                        </p:tgtEl>
                                      </p:cBhvr>
                                    </p:animEffect>
                                  </p:childTnLst>
                                </p:cTn>
                              </p:par>
                              <p:par>
                                <p:cTn id="25" presetID="10"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85"/>
                                        </p:tgtEl>
                                        <p:attrNameLst>
                                          <p:attrName>style.visibility</p:attrName>
                                        </p:attrNameLst>
                                      </p:cBhvr>
                                      <p:to>
                                        <p:strVal val="visible"/>
                                      </p:to>
                                    </p:set>
                                    <p:anim calcmode="lin" valueType="num">
                                      <p:cBhvr>
                                        <p:cTn id="32" dur="500" fill="hold"/>
                                        <p:tgtEl>
                                          <p:spTgt spid="85"/>
                                        </p:tgtEl>
                                        <p:attrNameLst>
                                          <p:attrName>ppt_w</p:attrName>
                                        </p:attrNameLst>
                                      </p:cBhvr>
                                      <p:tavLst>
                                        <p:tav tm="0">
                                          <p:val>
                                            <p:fltVal val="0"/>
                                          </p:val>
                                        </p:tav>
                                        <p:tav tm="100000">
                                          <p:val>
                                            <p:strVal val="#ppt_w"/>
                                          </p:val>
                                        </p:tav>
                                      </p:tavLst>
                                    </p:anim>
                                    <p:anim calcmode="lin" valueType="num">
                                      <p:cBhvr>
                                        <p:cTn id="33" dur="500" fill="hold"/>
                                        <p:tgtEl>
                                          <p:spTgt spid="85"/>
                                        </p:tgtEl>
                                        <p:attrNameLst>
                                          <p:attrName>ppt_h</p:attrName>
                                        </p:attrNameLst>
                                      </p:cBhvr>
                                      <p:tavLst>
                                        <p:tav tm="0">
                                          <p:val>
                                            <p:fltVal val="0"/>
                                          </p:val>
                                        </p:tav>
                                        <p:tav tm="100000">
                                          <p:val>
                                            <p:strVal val="#ppt_h"/>
                                          </p:val>
                                        </p:tav>
                                      </p:tavLst>
                                    </p:anim>
                                    <p:animEffect transition="in" filter="fade">
                                      <p:cBhvr>
                                        <p:cTn id="34"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ldLvl="0" animBg="1"/>
      <p:bldP spid="57" grpId="0" bldLvl="0" animBg="1"/>
      <p:bldP spid="62"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293080" y="2390083"/>
            <a:ext cx="5605840" cy="829945"/>
          </a:xfrm>
          <a:prstGeom prst="rect">
            <a:avLst/>
          </a:prstGeom>
          <a:noFill/>
        </p:spPr>
        <p:txBody>
          <a:bodyPr wrap="square" rtlCol="0">
            <a:spAutoFit/>
          </a:bodyPr>
          <a:lstStyle/>
          <a:p>
            <a:pPr algn="ctr"/>
            <a:r>
              <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rPr>
              <a:t>宿舍生活</a:t>
            </a:r>
            <a:r>
              <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rPr>
              <a:t>安全</a:t>
            </a:r>
            <a:endParaRPr lang="zh-CN" altLang="en-US" sz="48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endParaRPr>
          </a:p>
        </p:txBody>
      </p:sp>
      <p:sp>
        <p:nvSpPr>
          <p:cNvPr id="12" name="任意多边形: 形状 11"/>
          <p:cNvSpPr/>
          <p:nvPr/>
        </p:nvSpPr>
        <p:spPr>
          <a:xfrm>
            <a:off x="4984044" y="4005910"/>
            <a:ext cx="7207956" cy="2852091"/>
          </a:xfrm>
          <a:custGeom>
            <a:avLst/>
            <a:gdLst>
              <a:gd name="connsiteX0" fmla="*/ 1591734 w 7207956"/>
              <a:gd name="connsiteY0" fmla="*/ 0 h 2852091"/>
              <a:gd name="connsiteX1" fmla="*/ 7207956 w 7207956"/>
              <a:gd name="connsiteY1" fmla="*/ 0 h 2852091"/>
              <a:gd name="connsiteX2" fmla="*/ 7207956 w 7207956"/>
              <a:gd name="connsiteY2" fmla="*/ 2852091 h 2852091"/>
              <a:gd name="connsiteX3" fmla="*/ 620406 w 7207956"/>
              <a:gd name="connsiteY3" fmla="*/ 2852091 h 2852091"/>
              <a:gd name="connsiteX4" fmla="*/ 521489 w 7207956"/>
              <a:gd name="connsiteY4" fmla="*/ 2769964 h 2852091"/>
              <a:gd name="connsiteX5" fmla="*/ 8218 w 7207956"/>
              <a:gd name="connsiteY5" fmla="*/ 1754479 h 2852091"/>
              <a:gd name="connsiteX6" fmla="*/ 0 w 7207956"/>
              <a:gd name="connsiteY6" fmla="*/ 1591734 h 2852091"/>
              <a:gd name="connsiteX7" fmla="*/ 8218 w 7207956"/>
              <a:gd name="connsiteY7" fmla="*/ 1428989 h 2852091"/>
              <a:gd name="connsiteX8" fmla="*/ 1591734 w 7207956"/>
              <a:gd name="connsiteY8" fmla="*/ 0 h 2852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7956" h="2852091">
                <a:moveTo>
                  <a:pt x="1591734" y="0"/>
                </a:moveTo>
                <a:lnTo>
                  <a:pt x="7207956" y="0"/>
                </a:lnTo>
                <a:lnTo>
                  <a:pt x="7207956" y="2852091"/>
                </a:lnTo>
                <a:lnTo>
                  <a:pt x="620406" y="2852091"/>
                </a:lnTo>
                <a:lnTo>
                  <a:pt x="521489" y="2769964"/>
                </a:lnTo>
                <a:cubicBezTo>
                  <a:pt x="238817" y="2513047"/>
                  <a:pt x="48975" y="2155800"/>
                  <a:pt x="8218" y="1754479"/>
                </a:cubicBezTo>
                <a:lnTo>
                  <a:pt x="0" y="1591734"/>
                </a:lnTo>
                <a:lnTo>
                  <a:pt x="8218" y="1428989"/>
                </a:lnTo>
                <a:cubicBezTo>
                  <a:pt x="89731" y="626348"/>
                  <a:pt x="767587" y="0"/>
                  <a:pt x="1591734"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nvSpPr>
        <p:spPr>
          <a:xfrm>
            <a:off x="-10996" y="4522562"/>
            <a:ext cx="6578655" cy="2343730"/>
          </a:xfrm>
          <a:custGeom>
            <a:avLst/>
            <a:gdLst>
              <a:gd name="connsiteX0" fmla="*/ 0 w 6578655"/>
              <a:gd name="connsiteY0" fmla="*/ 0 h 2343730"/>
              <a:gd name="connsiteX1" fmla="*/ 4986922 w 6578655"/>
              <a:gd name="connsiteY1" fmla="*/ 0 h 2343730"/>
              <a:gd name="connsiteX2" fmla="*/ 6578655 w 6578655"/>
              <a:gd name="connsiteY2" fmla="*/ 1591734 h 2343730"/>
              <a:gd name="connsiteX3" fmla="*/ 6578654 w 6578655"/>
              <a:gd name="connsiteY3" fmla="*/ 1591734 h 2343730"/>
              <a:gd name="connsiteX4" fmla="*/ 6453568 w 6578655"/>
              <a:gd name="connsiteY4" fmla="*/ 2211309 h 2343730"/>
              <a:gd name="connsiteX5" fmla="*/ 6389777 w 6578655"/>
              <a:gd name="connsiteY5" fmla="*/ 2343730 h 2343730"/>
              <a:gd name="connsiteX6" fmla="*/ 0 w 6578655"/>
              <a:gd name="connsiteY6" fmla="*/ 2343730 h 234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8655" h="2343730">
                <a:moveTo>
                  <a:pt x="0" y="0"/>
                </a:moveTo>
                <a:lnTo>
                  <a:pt x="4986922" y="0"/>
                </a:lnTo>
                <a:cubicBezTo>
                  <a:pt x="5866011" y="0"/>
                  <a:pt x="6578655" y="712644"/>
                  <a:pt x="6578655" y="1591734"/>
                </a:cubicBezTo>
                <a:lnTo>
                  <a:pt x="6578654" y="1591734"/>
                </a:lnTo>
                <a:cubicBezTo>
                  <a:pt x="6578654" y="1811507"/>
                  <a:pt x="6534114" y="2020876"/>
                  <a:pt x="6453568" y="2211309"/>
                </a:cubicBezTo>
                <a:lnTo>
                  <a:pt x="6389777" y="2343730"/>
                </a:lnTo>
                <a:lnTo>
                  <a:pt x="0" y="234373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p:nvSpPr>
        <p:spPr>
          <a:xfrm>
            <a:off x="4984044" y="5266266"/>
            <a:ext cx="7207956" cy="1591735"/>
          </a:xfrm>
          <a:custGeom>
            <a:avLst/>
            <a:gdLst>
              <a:gd name="connsiteX0" fmla="*/ 1591734 w 7207956"/>
              <a:gd name="connsiteY0" fmla="*/ 0 h 1591735"/>
              <a:gd name="connsiteX1" fmla="*/ 7207956 w 7207956"/>
              <a:gd name="connsiteY1" fmla="*/ 0 h 1591735"/>
              <a:gd name="connsiteX2" fmla="*/ 7207956 w 7207956"/>
              <a:gd name="connsiteY2" fmla="*/ 1591735 h 1591735"/>
              <a:gd name="connsiteX3" fmla="*/ 0 w 7207956"/>
              <a:gd name="connsiteY3" fmla="*/ 1591735 h 1591735"/>
              <a:gd name="connsiteX4" fmla="*/ 0 w 7207956"/>
              <a:gd name="connsiteY4" fmla="*/ 1591734 h 1591735"/>
              <a:gd name="connsiteX5" fmla="*/ 8218 w 7207956"/>
              <a:gd name="connsiteY5" fmla="*/ 1428989 h 1591735"/>
              <a:gd name="connsiteX6" fmla="*/ 1591734 w 7207956"/>
              <a:gd name="connsiteY6" fmla="*/ 0 h 159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07956" h="1591735">
                <a:moveTo>
                  <a:pt x="1591734" y="0"/>
                </a:moveTo>
                <a:lnTo>
                  <a:pt x="7207956" y="0"/>
                </a:lnTo>
                <a:lnTo>
                  <a:pt x="7207956" y="1591735"/>
                </a:lnTo>
                <a:lnTo>
                  <a:pt x="0" y="1591735"/>
                </a:lnTo>
                <a:lnTo>
                  <a:pt x="0" y="1591734"/>
                </a:lnTo>
                <a:lnTo>
                  <a:pt x="8218" y="1428989"/>
                </a:lnTo>
                <a:cubicBezTo>
                  <a:pt x="89731" y="626348"/>
                  <a:pt x="767588" y="0"/>
                  <a:pt x="1591734" y="0"/>
                </a:cubicBezTo>
                <a:close/>
              </a:path>
            </a:pathLst>
          </a:custGeom>
          <a:solidFill>
            <a:srgbClr val="E97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5"/>
          <p:cNvSpPr/>
          <p:nvPr/>
        </p:nvSpPr>
        <p:spPr>
          <a:xfrm>
            <a:off x="307264" y="2620171"/>
            <a:ext cx="1201041" cy="1201040"/>
          </a:xfrm>
          <a:prstGeom prst="ellipse">
            <a:avLst/>
          </a:prstGeom>
          <a:solidFill>
            <a:srgbClr val="E97B7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 name="Freeform 28"/>
          <p:cNvSpPr>
            <a:spLocks noEditPoints="1"/>
          </p:cNvSpPr>
          <p:nvPr/>
        </p:nvSpPr>
        <p:spPr bwMode="auto">
          <a:xfrm>
            <a:off x="687444" y="2916746"/>
            <a:ext cx="439412" cy="607889"/>
          </a:xfrm>
          <a:custGeom>
            <a:avLst/>
            <a:gdLst>
              <a:gd name="T0" fmla="*/ 143 w 168"/>
              <a:gd name="T1" fmla="*/ 65 h 232"/>
              <a:gd name="T2" fmla="*/ 113 w 168"/>
              <a:gd name="T3" fmla="*/ 38 h 232"/>
              <a:gd name="T4" fmla="*/ 141 w 168"/>
              <a:gd name="T5" fmla="*/ 38 h 232"/>
              <a:gd name="T6" fmla="*/ 147 w 168"/>
              <a:gd name="T7" fmla="*/ 33 h 232"/>
              <a:gd name="T8" fmla="*/ 154 w 168"/>
              <a:gd name="T9" fmla="*/ 5 h 232"/>
              <a:gd name="T10" fmla="*/ 155 w 168"/>
              <a:gd name="T11" fmla="*/ 0 h 232"/>
              <a:gd name="T12" fmla="*/ 13 w 168"/>
              <a:gd name="T13" fmla="*/ 0 h 232"/>
              <a:gd name="T14" fmla="*/ 14 w 168"/>
              <a:gd name="T15" fmla="*/ 5 h 232"/>
              <a:gd name="T16" fmla="*/ 21 w 168"/>
              <a:gd name="T17" fmla="*/ 33 h 232"/>
              <a:gd name="T18" fmla="*/ 27 w 168"/>
              <a:gd name="T19" fmla="*/ 38 h 232"/>
              <a:gd name="T20" fmla="*/ 55 w 168"/>
              <a:gd name="T21" fmla="*/ 38 h 232"/>
              <a:gd name="T22" fmla="*/ 25 w 168"/>
              <a:gd name="T23" fmla="*/ 65 h 232"/>
              <a:gd name="T24" fmla="*/ 15 w 168"/>
              <a:gd name="T25" fmla="*/ 132 h 232"/>
              <a:gd name="T26" fmla="*/ 84 w 168"/>
              <a:gd name="T27" fmla="*/ 232 h 232"/>
              <a:gd name="T28" fmla="*/ 153 w 168"/>
              <a:gd name="T29" fmla="*/ 132 h 232"/>
              <a:gd name="T30" fmla="*/ 143 w 168"/>
              <a:gd name="T31" fmla="*/ 65 h 232"/>
              <a:gd name="T32" fmla="*/ 134 w 168"/>
              <a:gd name="T33" fmla="*/ 119 h 232"/>
              <a:gd name="T34" fmla="*/ 93 w 168"/>
              <a:gd name="T35" fmla="*/ 177 h 232"/>
              <a:gd name="T36" fmla="*/ 93 w 168"/>
              <a:gd name="T37" fmla="*/ 134 h 232"/>
              <a:gd name="T38" fmla="*/ 97 w 168"/>
              <a:gd name="T39" fmla="*/ 126 h 232"/>
              <a:gd name="T40" fmla="*/ 102 w 168"/>
              <a:gd name="T41" fmla="*/ 114 h 232"/>
              <a:gd name="T42" fmla="*/ 84 w 168"/>
              <a:gd name="T43" fmla="*/ 96 h 232"/>
              <a:gd name="T44" fmla="*/ 66 w 168"/>
              <a:gd name="T45" fmla="*/ 114 h 232"/>
              <a:gd name="T46" fmla="*/ 71 w 168"/>
              <a:gd name="T47" fmla="*/ 126 h 232"/>
              <a:gd name="T48" fmla="*/ 74 w 168"/>
              <a:gd name="T49" fmla="*/ 134 h 232"/>
              <a:gd name="T50" fmla="*/ 74 w 168"/>
              <a:gd name="T51" fmla="*/ 177 h 232"/>
              <a:gd name="T52" fmla="*/ 34 w 168"/>
              <a:gd name="T53" fmla="*/ 119 h 232"/>
              <a:gd name="T54" fmla="*/ 40 w 168"/>
              <a:gd name="T55" fmla="*/ 83 h 232"/>
              <a:gd name="T56" fmla="*/ 84 w 168"/>
              <a:gd name="T57" fmla="*/ 44 h 232"/>
              <a:gd name="T58" fmla="*/ 127 w 168"/>
              <a:gd name="T59" fmla="*/ 82 h 232"/>
              <a:gd name="T60" fmla="*/ 128 w 168"/>
              <a:gd name="T61" fmla="*/ 83 h 232"/>
              <a:gd name="T62" fmla="*/ 134 w 168"/>
              <a:gd name="T63" fmla="*/ 11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8" h="232">
                <a:moveTo>
                  <a:pt x="143" y="65"/>
                </a:moveTo>
                <a:cubicBezTo>
                  <a:pt x="113" y="38"/>
                  <a:pt x="113" y="38"/>
                  <a:pt x="113" y="38"/>
                </a:cubicBezTo>
                <a:cubicBezTo>
                  <a:pt x="141" y="38"/>
                  <a:pt x="141" y="38"/>
                  <a:pt x="141" y="38"/>
                </a:cubicBezTo>
                <a:cubicBezTo>
                  <a:pt x="143" y="38"/>
                  <a:pt x="146" y="36"/>
                  <a:pt x="147" y="33"/>
                </a:cubicBezTo>
                <a:cubicBezTo>
                  <a:pt x="154" y="5"/>
                  <a:pt x="154" y="5"/>
                  <a:pt x="154" y="5"/>
                </a:cubicBezTo>
                <a:cubicBezTo>
                  <a:pt x="155" y="0"/>
                  <a:pt x="155" y="0"/>
                  <a:pt x="155" y="0"/>
                </a:cubicBezTo>
                <a:cubicBezTo>
                  <a:pt x="13" y="0"/>
                  <a:pt x="13" y="0"/>
                  <a:pt x="13" y="0"/>
                </a:cubicBezTo>
                <a:cubicBezTo>
                  <a:pt x="14" y="5"/>
                  <a:pt x="14" y="5"/>
                  <a:pt x="14" y="5"/>
                </a:cubicBezTo>
                <a:cubicBezTo>
                  <a:pt x="21" y="33"/>
                  <a:pt x="21" y="33"/>
                  <a:pt x="21" y="33"/>
                </a:cubicBezTo>
                <a:cubicBezTo>
                  <a:pt x="22" y="36"/>
                  <a:pt x="24" y="38"/>
                  <a:pt x="27" y="38"/>
                </a:cubicBezTo>
                <a:cubicBezTo>
                  <a:pt x="55" y="38"/>
                  <a:pt x="55" y="38"/>
                  <a:pt x="55" y="38"/>
                </a:cubicBezTo>
                <a:cubicBezTo>
                  <a:pt x="25" y="65"/>
                  <a:pt x="25" y="65"/>
                  <a:pt x="25" y="65"/>
                </a:cubicBezTo>
                <a:cubicBezTo>
                  <a:pt x="5" y="81"/>
                  <a:pt x="0" y="111"/>
                  <a:pt x="15" y="132"/>
                </a:cubicBezTo>
                <a:cubicBezTo>
                  <a:pt x="84" y="232"/>
                  <a:pt x="84" y="232"/>
                  <a:pt x="84" y="232"/>
                </a:cubicBezTo>
                <a:cubicBezTo>
                  <a:pt x="153" y="132"/>
                  <a:pt x="153" y="132"/>
                  <a:pt x="153" y="132"/>
                </a:cubicBezTo>
                <a:cubicBezTo>
                  <a:pt x="168" y="111"/>
                  <a:pt x="163" y="81"/>
                  <a:pt x="143" y="65"/>
                </a:cubicBezTo>
                <a:close/>
                <a:moveTo>
                  <a:pt x="134" y="119"/>
                </a:moveTo>
                <a:cubicBezTo>
                  <a:pt x="93" y="177"/>
                  <a:pt x="93" y="177"/>
                  <a:pt x="93" y="177"/>
                </a:cubicBezTo>
                <a:cubicBezTo>
                  <a:pt x="93" y="134"/>
                  <a:pt x="93" y="134"/>
                  <a:pt x="93" y="134"/>
                </a:cubicBezTo>
                <a:cubicBezTo>
                  <a:pt x="93" y="131"/>
                  <a:pt x="95" y="128"/>
                  <a:pt x="97" y="126"/>
                </a:cubicBezTo>
                <a:cubicBezTo>
                  <a:pt x="100" y="123"/>
                  <a:pt x="102" y="119"/>
                  <a:pt x="102" y="114"/>
                </a:cubicBezTo>
                <a:cubicBezTo>
                  <a:pt x="102" y="104"/>
                  <a:pt x="94" y="96"/>
                  <a:pt x="84" y="96"/>
                </a:cubicBezTo>
                <a:cubicBezTo>
                  <a:pt x="74" y="96"/>
                  <a:pt x="66" y="104"/>
                  <a:pt x="66" y="114"/>
                </a:cubicBezTo>
                <a:cubicBezTo>
                  <a:pt x="66" y="119"/>
                  <a:pt x="68" y="123"/>
                  <a:pt x="71" y="126"/>
                </a:cubicBezTo>
                <a:cubicBezTo>
                  <a:pt x="73" y="128"/>
                  <a:pt x="74" y="131"/>
                  <a:pt x="74" y="134"/>
                </a:cubicBezTo>
                <a:cubicBezTo>
                  <a:pt x="74" y="177"/>
                  <a:pt x="74" y="177"/>
                  <a:pt x="74" y="177"/>
                </a:cubicBezTo>
                <a:cubicBezTo>
                  <a:pt x="34" y="119"/>
                  <a:pt x="34" y="119"/>
                  <a:pt x="34" y="119"/>
                </a:cubicBezTo>
                <a:cubicBezTo>
                  <a:pt x="26" y="108"/>
                  <a:pt x="29" y="91"/>
                  <a:pt x="40" y="83"/>
                </a:cubicBezTo>
                <a:cubicBezTo>
                  <a:pt x="84" y="44"/>
                  <a:pt x="84" y="44"/>
                  <a:pt x="84" y="44"/>
                </a:cubicBezTo>
                <a:cubicBezTo>
                  <a:pt x="127" y="82"/>
                  <a:pt x="127" y="82"/>
                  <a:pt x="127" y="82"/>
                </a:cubicBezTo>
                <a:cubicBezTo>
                  <a:pt x="128" y="83"/>
                  <a:pt x="128" y="83"/>
                  <a:pt x="128" y="83"/>
                </a:cubicBezTo>
                <a:cubicBezTo>
                  <a:pt x="139" y="91"/>
                  <a:pt x="142" y="108"/>
                  <a:pt x="134" y="119"/>
                </a:cubicBezTo>
                <a:close/>
              </a:path>
            </a:pathLst>
          </a:custGeom>
          <a:solidFill>
            <a:schemeClr val="bg1"/>
          </a:solidFill>
          <a:ln>
            <a:noFill/>
          </a:ln>
        </p:spPr>
        <p:txBody>
          <a:bodyPr vert="horz" wrap="square" lIns="45720" tIns="22860" rIns="45720" bIns="228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prstClr val="white"/>
              </a:solidFill>
              <a:effectLst/>
              <a:uLnTx/>
              <a:uFillTx/>
              <a:latin typeface="Calibri" panose="020F0502020204030204"/>
            </a:endParaRPr>
          </a:p>
        </p:txBody>
      </p:sp>
      <p:grpSp>
        <p:nvGrpSpPr>
          <p:cNvPr id="27" name="组合 26"/>
          <p:cNvGrpSpPr/>
          <p:nvPr/>
        </p:nvGrpSpPr>
        <p:grpSpPr>
          <a:xfrm>
            <a:off x="1656983" y="3674739"/>
            <a:ext cx="1276350" cy="190816"/>
            <a:chOff x="2400300" y="5791200"/>
            <a:chExt cx="1911350" cy="285750"/>
          </a:xfrm>
          <a:solidFill>
            <a:srgbClr val="E97B74"/>
          </a:solidFill>
        </p:grpSpPr>
        <p:sp>
          <p:nvSpPr>
            <p:cNvPr id="28" name="五角星 6"/>
            <p:cNvSpPr/>
            <p:nvPr/>
          </p:nvSpPr>
          <p:spPr>
            <a:xfrm>
              <a:off x="2400300" y="5791200"/>
              <a:ext cx="285750" cy="285750"/>
            </a:xfrm>
            <a:prstGeom prst="star5">
              <a:avLst>
                <a:gd name="adj" fmla="val 26636"/>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五角星 16"/>
            <p:cNvSpPr/>
            <p:nvPr/>
          </p:nvSpPr>
          <p:spPr>
            <a:xfrm>
              <a:off x="2806700" y="5791200"/>
              <a:ext cx="285750" cy="285750"/>
            </a:xfrm>
            <a:prstGeom prst="star5">
              <a:avLst>
                <a:gd name="adj" fmla="val 26636"/>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五角星 19"/>
            <p:cNvSpPr/>
            <p:nvPr/>
          </p:nvSpPr>
          <p:spPr>
            <a:xfrm>
              <a:off x="3213100" y="5791200"/>
              <a:ext cx="285750" cy="285750"/>
            </a:xfrm>
            <a:prstGeom prst="star5">
              <a:avLst>
                <a:gd name="adj" fmla="val 26636"/>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五角星 24"/>
            <p:cNvSpPr/>
            <p:nvPr/>
          </p:nvSpPr>
          <p:spPr>
            <a:xfrm>
              <a:off x="3619500" y="5791200"/>
              <a:ext cx="285750" cy="285750"/>
            </a:xfrm>
            <a:prstGeom prst="star5">
              <a:avLst>
                <a:gd name="adj" fmla="val 26636"/>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五角星 25"/>
            <p:cNvSpPr/>
            <p:nvPr/>
          </p:nvSpPr>
          <p:spPr>
            <a:xfrm>
              <a:off x="4025900" y="5791200"/>
              <a:ext cx="285750" cy="285750"/>
            </a:xfrm>
            <a:prstGeom prst="star5">
              <a:avLst>
                <a:gd name="adj" fmla="val 26636"/>
                <a:gd name="hf" fmla="val 105146"/>
                <a:gd name="vf" fmla="val 11055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543900" y="292162"/>
            <a:ext cx="11104200" cy="398780"/>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7195">
                <a:solidFill>
                  <a:schemeClr val="tx1">
                    <a:lumMod val="75000"/>
                    <a:lumOff val="25000"/>
                  </a:schemeClr>
                </a:solidFill>
                <a:latin typeface="Arial" panose="020B0604020202020204" pitchFamily="34" charset="0"/>
                <a:ea typeface="微软雅黑" panose="020B0503020204020204" pitchFamily="34" charset="-122"/>
                <a:cs typeface="+mn-ea"/>
              </a:defRPr>
            </a:lvl1pPr>
          </a:lstStyle>
          <a:p>
            <a:pPr algn="ctr"/>
            <a:r>
              <a:rPr lang="zh-CN" altLang="en-US" sz="2000" dirty="0">
                <a:solidFill>
                  <a:schemeClr val="tx1">
                    <a:lumMod val="85000"/>
                    <a:lumOff val="15000"/>
                  </a:schemeClr>
                </a:solidFill>
                <a:latin typeface="方正清刻本悦宋简体" panose="02000000000000000000" pitchFamily="2" charset="-122"/>
                <a:ea typeface="方正清刻本悦宋简体" panose="02000000000000000000" pitchFamily="2" charset="-122"/>
                <a:sym typeface="+mn-ea"/>
              </a:rPr>
              <a:t>宿舍生活安全</a:t>
            </a:r>
            <a:endParaRPr kumimoji="0" lang="zh-CN" altLang="en-US" sz="2000" i="0" u="none" strike="noStrike" kern="0" cap="none" spc="0" normalizeH="0" baseline="0" noProof="0" dirty="0">
              <a:ln>
                <a:noFill/>
              </a:ln>
              <a:solidFill>
                <a:srgbClr val="333F50"/>
              </a:solidFill>
              <a:effectLst/>
              <a:uLnTx/>
              <a:uFillTx/>
              <a:latin typeface="方正清刻本悦宋简体" panose="02000000000000000000" pitchFamily="2" charset="-122"/>
              <a:ea typeface="方正清刻本悦宋简体" panose="02000000000000000000" pitchFamily="2" charset="-122"/>
              <a:sym typeface="Arial" panose="020B0604020202020204" pitchFamily="34" charset="0"/>
            </a:endParaRPr>
          </a:p>
        </p:txBody>
      </p:sp>
      <p:sp>
        <p:nvSpPr>
          <p:cNvPr id="41" name="矩形 40"/>
          <p:cNvSpPr/>
          <p:nvPr/>
        </p:nvSpPr>
        <p:spPr>
          <a:xfrm>
            <a:off x="6060142" y="0"/>
            <a:ext cx="62753" cy="26593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33F50"/>
              </a:solidFill>
            </a:endParaRPr>
          </a:p>
        </p:txBody>
      </p:sp>
      <p:sp>
        <p:nvSpPr>
          <p:cNvPr id="43" name="矩形 42"/>
          <p:cNvSpPr/>
          <p:nvPr/>
        </p:nvSpPr>
        <p:spPr>
          <a:xfrm>
            <a:off x="1656715" y="2475865"/>
            <a:ext cx="4753610" cy="1198880"/>
          </a:xfrm>
          <a:prstGeom prst="rect">
            <a:avLst/>
          </a:prstGeom>
        </p:spPr>
        <p:txBody>
          <a:bodyPr wrap="square">
            <a:spAutoFit/>
          </a:bodyPr>
          <a:lstStyle/>
          <a:p>
            <a:pPr algn="just">
              <a:lnSpc>
                <a:spcPct val="150000"/>
              </a:lnSpc>
              <a:spcAft>
                <a:spcPts val="600"/>
              </a:spcAft>
              <a:buClr>
                <a:schemeClr val="accent2"/>
              </a:buClr>
            </a:pPr>
            <a:r>
              <a:rPr lang="zh-CN" altLang="en-US" sz="4800" dirty="0">
                <a:solidFill>
                  <a:schemeClr val="accent2"/>
                </a:solidFill>
                <a:effectLst>
                  <a:outerShdw blurRad="38100" dist="25400" dir="5400000" algn="ctr" rotWithShape="0">
                    <a:srgbClr val="6E747A">
                      <a:alpha val="43000"/>
                    </a:srgbClr>
                  </a:outerShdw>
                </a:effectLst>
                <a:latin typeface="方正清刻本悦宋简体" panose="02000000000000000000" pitchFamily="2" charset="-122"/>
                <a:ea typeface="方正清刻本悦宋简体" panose="02000000000000000000" pitchFamily="2" charset="-122"/>
                <a:cs typeface="Gen Jyuu Gothic P Normal" panose="020B0202020203020207" pitchFamily="34" charset="-128"/>
              </a:rPr>
              <a:t>违章</a:t>
            </a:r>
            <a:r>
              <a:rPr lang="zh-CN" altLang="en-US" sz="4800" dirty="0">
                <a:solidFill>
                  <a:schemeClr val="accent2"/>
                </a:solidFill>
                <a:effectLst>
                  <a:outerShdw blurRad="38100" dist="25400" dir="5400000" algn="ctr" rotWithShape="0">
                    <a:srgbClr val="6E747A">
                      <a:alpha val="43000"/>
                    </a:srgbClr>
                  </a:outerShdw>
                </a:effectLst>
                <a:latin typeface="方正清刻本悦宋简体" panose="02000000000000000000" pitchFamily="2" charset="-122"/>
                <a:ea typeface="方正清刻本悦宋简体" panose="02000000000000000000" pitchFamily="2" charset="-122"/>
                <a:cs typeface="Gen Jyuu Gothic P Normal" panose="020B0202020203020207" pitchFamily="34" charset="-128"/>
              </a:rPr>
              <a:t>电器不可有！</a:t>
            </a:r>
            <a:endParaRPr lang="zh-CN" altLang="en-US" sz="4800" dirty="0">
              <a:solidFill>
                <a:schemeClr val="accent2"/>
              </a:solidFill>
              <a:effectLst>
                <a:outerShdw blurRad="38100" dist="25400" dir="5400000" algn="ctr" rotWithShape="0">
                  <a:srgbClr val="6E747A">
                    <a:alpha val="43000"/>
                  </a:srgbClr>
                </a:outerShdw>
              </a:effectLst>
              <a:latin typeface="方正清刻本悦宋简体" panose="02000000000000000000" pitchFamily="2" charset="-122"/>
              <a:ea typeface="方正清刻本悦宋简体" panose="02000000000000000000" pitchFamily="2" charset="-122"/>
              <a:cs typeface="Gen Jyuu Gothic P Normal" panose="020B0202020203020207" pitchFamily="34" charset="-128"/>
            </a:endParaRPr>
          </a:p>
        </p:txBody>
      </p:sp>
      <p:pic>
        <p:nvPicPr>
          <p:cNvPr id="2" name="图片 1"/>
          <p:cNvPicPr>
            <a:picLocks noChangeAspect="1"/>
          </p:cNvPicPr>
          <p:nvPr/>
        </p:nvPicPr>
        <p:blipFill>
          <a:blip r:embed="rId1"/>
          <a:stretch>
            <a:fillRect/>
          </a:stretch>
        </p:blipFill>
        <p:spPr>
          <a:xfrm>
            <a:off x="6424930" y="1123315"/>
            <a:ext cx="5050790" cy="50507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 calcmode="lin" valueType="num">
                                      <p:cBhvr>
                                        <p:cTn id="15" dur="500" fill="hold"/>
                                        <p:tgtEl>
                                          <p:spTgt spid="27"/>
                                        </p:tgtEl>
                                        <p:attrNameLst>
                                          <p:attrName>ppt_w</p:attrName>
                                        </p:attrNameLst>
                                      </p:cBhvr>
                                      <p:tavLst>
                                        <p:tav tm="0">
                                          <p:val>
                                            <p:fltVal val="0"/>
                                          </p:val>
                                        </p:tav>
                                        <p:tav tm="100000">
                                          <p:val>
                                            <p:strVal val="#ppt_w"/>
                                          </p:val>
                                        </p:tav>
                                      </p:tavLst>
                                    </p:anim>
                                    <p:anim calcmode="lin" valueType="num">
                                      <p:cBhvr>
                                        <p:cTn id="16" dur="500" fill="hold"/>
                                        <p:tgtEl>
                                          <p:spTgt spid="27"/>
                                        </p:tgtEl>
                                        <p:attrNameLst>
                                          <p:attrName>ppt_h</p:attrName>
                                        </p:attrNameLst>
                                      </p:cBhvr>
                                      <p:tavLst>
                                        <p:tav tm="0">
                                          <p:val>
                                            <p:fltVal val="0"/>
                                          </p:val>
                                        </p:tav>
                                        <p:tav tm="100000">
                                          <p:val>
                                            <p:strVal val="#ppt_h"/>
                                          </p:val>
                                        </p:tav>
                                      </p:tavLst>
                                    </p:anim>
                                    <p:animEffect transition="in" filter="fade">
                                      <p:cBhvr>
                                        <p:cTn id="17" dur="500"/>
                                        <p:tgtEl>
                                          <p:spTgt spid="27"/>
                                        </p:tgtEl>
                                      </p:cBhvr>
                                    </p:animEffect>
                                  </p:childTnLst>
                                </p:cTn>
                              </p:par>
                              <p:par>
                                <p:cTn id="18" presetID="2" presetClass="entr" presetSubtype="2" fill="hold" grpId="0" nodeType="withEffect">
                                  <p:stCondLst>
                                    <p:cond delay="500"/>
                                  </p:stCondLst>
                                  <p:childTnLst>
                                    <p:set>
                                      <p:cBhvr>
                                        <p:cTn id="19" dur="1" fill="hold">
                                          <p:stCondLst>
                                            <p:cond delay="0"/>
                                          </p:stCondLst>
                                        </p:cTn>
                                        <p:tgtEl>
                                          <p:spTgt spid="43"/>
                                        </p:tgtEl>
                                        <p:attrNameLst>
                                          <p:attrName>style.visibility</p:attrName>
                                        </p:attrNameLst>
                                      </p:cBhvr>
                                      <p:to>
                                        <p:strVal val="visible"/>
                                      </p:to>
                                    </p:set>
                                    <p:anim calcmode="lin" valueType="num">
                                      <p:cBhvr additive="base">
                                        <p:cTn id="20" dur="500" fill="hold"/>
                                        <p:tgtEl>
                                          <p:spTgt spid="43"/>
                                        </p:tgtEl>
                                        <p:attrNameLst>
                                          <p:attrName>ppt_x</p:attrName>
                                        </p:attrNameLst>
                                      </p:cBhvr>
                                      <p:tavLst>
                                        <p:tav tm="0">
                                          <p:val>
                                            <p:strVal val="1+#ppt_w/2"/>
                                          </p:val>
                                        </p:tav>
                                        <p:tav tm="100000">
                                          <p:val>
                                            <p:strVal val="#ppt_x"/>
                                          </p:val>
                                        </p:tav>
                                      </p:tavLst>
                                    </p:anim>
                                    <p:anim calcmode="lin" valueType="num">
                                      <p:cBhvr additive="base">
                                        <p:cTn id="21" dur="500" fill="hold"/>
                                        <p:tgtEl>
                                          <p:spTgt spid="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4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形状 20"/>
          <p:cNvSpPr/>
          <p:nvPr/>
        </p:nvSpPr>
        <p:spPr>
          <a:xfrm>
            <a:off x="4984044" y="4005910"/>
            <a:ext cx="7207956" cy="2852091"/>
          </a:xfrm>
          <a:custGeom>
            <a:avLst/>
            <a:gdLst>
              <a:gd name="connsiteX0" fmla="*/ 1591734 w 7207956"/>
              <a:gd name="connsiteY0" fmla="*/ 0 h 2852091"/>
              <a:gd name="connsiteX1" fmla="*/ 7207956 w 7207956"/>
              <a:gd name="connsiteY1" fmla="*/ 0 h 2852091"/>
              <a:gd name="connsiteX2" fmla="*/ 7207956 w 7207956"/>
              <a:gd name="connsiteY2" fmla="*/ 2852091 h 2852091"/>
              <a:gd name="connsiteX3" fmla="*/ 620406 w 7207956"/>
              <a:gd name="connsiteY3" fmla="*/ 2852091 h 2852091"/>
              <a:gd name="connsiteX4" fmla="*/ 521489 w 7207956"/>
              <a:gd name="connsiteY4" fmla="*/ 2769964 h 2852091"/>
              <a:gd name="connsiteX5" fmla="*/ 8218 w 7207956"/>
              <a:gd name="connsiteY5" fmla="*/ 1754479 h 2852091"/>
              <a:gd name="connsiteX6" fmla="*/ 0 w 7207956"/>
              <a:gd name="connsiteY6" fmla="*/ 1591734 h 2852091"/>
              <a:gd name="connsiteX7" fmla="*/ 8218 w 7207956"/>
              <a:gd name="connsiteY7" fmla="*/ 1428989 h 2852091"/>
              <a:gd name="connsiteX8" fmla="*/ 1591734 w 7207956"/>
              <a:gd name="connsiteY8" fmla="*/ 0 h 2852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7956" h="2852091">
                <a:moveTo>
                  <a:pt x="1591734" y="0"/>
                </a:moveTo>
                <a:lnTo>
                  <a:pt x="7207956" y="0"/>
                </a:lnTo>
                <a:lnTo>
                  <a:pt x="7207956" y="2852091"/>
                </a:lnTo>
                <a:lnTo>
                  <a:pt x="620406" y="2852091"/>
                </a:lnTo>
                <a:lnTo>
                  <a:pt x="521489" y="2769964"/>
                </a:lnTo>
                <a:cubicBezTo>
                  <a:pt x="238817" y="2513047"/>
                  <a:pt x="48975" y="2155800"/>
                  <a:pt x="8218" y="1754479"/>
                </a:cubicBezTo>
                <a:lnTo>
                  <a:pt x="0" y="1591734"/>
                </a:lnTo>
                <a:lnTo>
                  <a:pt x="8218" y="1428989"/>
                </a:lnTo>
                <a:cubicBezTo>
                  <a:pt x="89731" y="626348"/>
                  <a:pt x="767587" y="0"/>
                  <a:pt x="1591734"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3293080" y="3013018"/>
            <a:ext cx="5605840" cy="830997"/>
          </a:xfrm>
          <a:prstGeom prst="rect">
            <a:avLst/>
          </a:prstGeom>
          <a:noFill/>
        </p:spPr>
        <p:txBody>
          <a:bodyPr wrap="square" rtlCol="0">
            <a:spAutoFit/>
          </a:bodyPr>
          <a:lstStyle/>
          <a:p>
            <a:pPr algn="ctr"/>
            <a:r>
              <a:rPr lang="zh-CN" altLang="en-US" sz="4800" dirty="0">
                <a:solidFill>
                  <a:srgbClr val="E97B74"/>
                </a:solidFill>
                <a:latin typeface="方正清刻本悦宋简体" panose="02000000000000000000" pitchFamily="2" charset="-122"/>
                <a:ea typeface="方正清刻本悦宋简体" panose="02000000000000000000" pitchFamily="2" charset="-122"/>
              </a:rPr>
              <a:t>汇报完毕</a:t>
            </a:r>
            <a:r>
              <a:rPr lang="zh-CN" altLang="en-US" sz="4800" dirty="0">
                <a:solidFill>
                  <a:srgbClr val="0070C0"/>
                </a:solidFill>
                <a:latin typeface="方正清刻本悦宋简体" panose="02000000000000000000" pitchFamily="2" charset="-122"/>
                <a:ea typeface="方正清刻本悦宋简体" panose="02000000000000000000" pitchFamily="2" charset="-122"/>
              </a:rPr>
              <a:t>谢谢观看</a:t>
            </a:r>
            <a:endParaRPr lang="zh-CN" altLang="en-US" sz="4800" dirty="0">
              <a:solidFill>
                <a:srgbClr val="0070C0"/>
              </a:solidFill>
              <a:latin typeface="方正清刻本悦宋简体" panose="02000000000000000000" pitchFamily="2" charset="-122"/>
              <a:ea typeface="方正清刻本悦宋简体" panose="02000000000000000000" pitchFamily="2" charset="-122"/>
            </a:endParaRPr>
          </a:p>
        </p:txBody>
      </p:sp>
      <p:sp>
        <p:nvSpPr>
          <p:cNvPr id="25" name="任意多边形: 形状 24"/>
          <p:cNvSpPr/>
          <p:nvPr/>
        </p:nvSpPr>
        <p:spPr>
          <a:xfrm>
            <a:off x="-10996" y="4522562"/>
            <a:ext cx="6578655" cy="2343730"/>
          </a:xfrm>
          <a:custGeom>
            <a:avLst/>
            <a:gdLst>
              <a:gd name="connsiteX0" fmla="*/ 0 w 6578655"/>
              <a:gd name="connsiteY0" fmla="*/ 0 h 2343730"/>
              <a:gd name="connsiteX1" fmla="*/ 4986922 w 6578655"/>
              <a:gd name="connsiteY1" fmla="*/ 0 h 2343730"/>
              <a:gd name="connsiteX2" fmla="*/ 6578655 w 6578655"/>
              <a:gd name="connsiteY2" fmla="*/ 1591734 h 2343730"/>
              <a:gd name="connsiteX3" fmla="*/ 6578654 w 6578655"/>
              <a:gd name="connsiteY3" fmla="*/ 1591734 h 2343730"/>
              <a:gd name="connsiteX4" fmla="*/ 6453568 w 6578655"/>
              <a:gd name="connsiteY4" fmla="*/ 2211309 h 2343730"/>
              <a:gd name="connsiteX5" fmla="*/ 6389777 w 6578655"/>
              <a:gd name="connsiteY5" fmla="*/ 2343730 h 2343730"/>
              <a:gd name="connsiteX6" fmla="*/ 0 w 6578655"/>
              <a:gd name="connsiteY6" fmla="*/ 2343730 h 234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8655" h="2343730">
                <a:moveTo>
                  <a:pt x="0" y="0"/>
                </a:moveTo>
                <a:lnTo>
                  <a:pt x="4986922" y="0"/>
                </a:lnTo>
                <a:cubicBezTo>
                  <a:pt x="5866011" y="0"/>
                  <a:pt x="6578655" y="712644"/>
                  <a:pt x="6578655" y="1591734"/>
                </a:cubicBezTo>
                <a:lnTo>
                  <a:pt x="6578654" y="1591734"/>
                </a:lnTo>
                <a:cubicBezTo>
                  <a:pt x="6578654" y="1811507"/>
                  <a:pt x="6534114" y="2020876"/>
                  <a:pt x="6453568" y="2211309"/>
                </a:cubicBezTo>
                <a:lnTo>
                  <a:pt x="6389777" y="2343730"/>
                </a:lnTo>
                <a:lnTo>
                  <a:pt x="0" y="234373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a:off x="4984044" y="5266266"/>
            <a:ext cx="7207956" cy="1591735"/>
          </a:xfrm>
          <a:custGeom>
            <a:avLst/>
            <a:gdLst>
              <a:gd name="connsiteX0" fmla="*/ 1591734 w 7207956"/>
              <a:gd name="connsiteY0" fmla="*/ 0 h 1591735"/>
              <a:gd name="connsiteX1" fmla="*/ 7207956 w 7207956"/>
              <a:gd name="connsiteY1" fmla="*/ 0 h 1591735"/>
              <a:gd name="connsiteX2" fmla="*/ 7207956 w 7207956"/>
              <a:gd name="connsiteY2" fmla="*/ 1591735 h 1591735"/>
              <a:gd name="connsiteX3" fmla="*/ 0 w 7207956"/>
              <a:gd name="connsiteY3" fmla="*/ 1591735 h 1591735"/>
              <a:gd name="connsiteX4" fmla="*/ 0 w 7207956"/>
              <a:gd name="connsiteY4" fmla="*/ 1591734 h 1591735"/>
              <a:gd name="connsiteX5" fmla="*/ 8218 w 7207956"/>
              <a:gd name="connsiteY5" fmla="*/ 1428989 h 1591735"/>
              <a:gd name="connsiteX6" fmla="*/ 1591734 w 7207956"/>
              <a:gd name="connsiteY6" fmla="*/ 0 h 1591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07956" h="1591735">
                <a:moveTo>
                  <a:pt x="1591734" y="0"/>
                </a:moveTo>
                <a:lnTo>
                  <a:pt x="7207956" y="0"/>
                </a:lnTo>
                <a:lnTo>
                  <a:pt x="7207956" y="1591735"/>
                </a:lnTo>
                <a:lnTo>
                  <a:pt x="0" y="1591735"/>
                </a:lnTo>
                <a:lnTo>
                  <a:pt x="0" y="1591734"/>
                </a:lnTo>
                <a:lnTo>
                  <a:pt x="8218" y="1428989"/>
                </a:lnTo>
                <a:cubicBezTo>
                  <a:pt x="89731" y="626348"/>
                  <a:pt x="767588" y="0"/>
                  <a:pt x="1591734" y="0"/>
                </a:cubicBezTo>
                <a:close/>
              </a:path>
            </a:pathLst>
          </a:custGeom>
          <a:solidFill>
            <a:srgbClr val="E97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tags/tag1.xml><?xml version="1.0" encoding="utf-8"?>
<p:tagLst xmlns:p="http://schemas.openxmlformats.org/presentationml/2006/main">
  <p:tag name="KSO_WM_UNIT_PLACING_PICTURE_USER_VIEWPORT" val="{&quot;height&quot;:3525,&quot;width&quot;:4500}"/>
</p:tagLst>
</file>

<file path=ppt/tags/tag2.xml><?xml version="1.0" encoding="utf-8"?>
<p:tagLst xmlns:p="http://schemas.openxmlformats.org/presentationml/2006/main">
  <p:tag name="KSO_WPP_MARK_KEY" val="35c945da-c889-4a3a-82d3-8693d17e230a"/>
  <p:tag name="COMMONDATA" val="eyJjb3VudCI6NSwiaGRpZCI6IjkzZTgwZTVkOTE3MWQ5Yzk2YzJhNTU4OWEyNjM2MjY5IiwidXNlckNvdW50Ijo1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1592</Words>
  <Application>WPS 演示</Application>
  <PresentationFormat>宽屏</PresentationFormat>
  <Paragraphs>58</Paragraphs>
  <Slides>12</Slides>
  <Notes>16</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12</vt:i4>
      </vt:variant>
    </vt:vector>
  </HeadingPairs>
  <TitlesOfParts>
    <vt:vector size="25" baseType="lpstr">
      <vt:lpstr>Arial</vt:lpstr>
      <vt:lpstr>宋体</vt:lpstr>
      <vt:lpstr>Wingdings</vt:lpstr>
      <vt:lpstr>方正清刻本悦宋简体</vt:lpstr>
      <vt:lpstr>Gen Jyuu Gothic P Normal</vt:lpstr>
      <vt:lpstr>Yu Gothic UI Light</vt:lpstr>
      <vt:lpstr>微软雅黑</vt:lpstr>
      <vt:lpstr>Calibri</vt:lpstr>
      <vt:lpstr>等线</vt:lpstr>
      <vt:lpstr>Arial Unicode MS</vt:lpstr>
      <vt:lpstr>等线 Light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71019</dc:creator>
  <cp:lastModifiedBy>小杨</cp:lastModifiedBy>
  <cp:revision>22</cp:revision>
  <dcterms:created xsi:type="dcterms:W3CDTF">2020-12-29T08:01:00Z</dcterms:created>
  <dcterms:modified xsi:type="dcterms:W3CDTF">2022-11-04T11:15:50Z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2052-11.1.0.12598</vt:lpwstr>
  </property>
  <property fmtid="{D5CDD505-2E9C-101B-9397-08002B2CF9AE}" pid="3" name="KSOTemplateUUID">
    <vt:lpwstr>v1.0_mb_EhTfKKkM17neqC/jn+ceJw==</vt:lpwstr>
  </property>
  <property fmtid="{D5CDD505-2E9C-101B-9397-08002B2CF9AE}" pid="4" name="ICV">
    <vt:lpwstr>21792B85EA6D41709D6CCDF01B058789</vt:lpwstr>
  </property>
</Properties>
</file>