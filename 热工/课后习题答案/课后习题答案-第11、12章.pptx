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3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DE8FB-95A0-43B6-B512-2D5D4F259484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F864A-6A02-4F2B-89DA-D5E8FF06D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89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64A-6A02-4F2B-89DA-D5E8FF06D6F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089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64A-6A02-4F2B-89DA-D5E8FF06D6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483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64A-6A02-4F2B-89DA-D5E8FF06D6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2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64A-6A02-4F2B-89DA-D5E8FF06D6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239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538BF-500E-4377-A944-DF229B5E0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A0A22B-D4B6-40DB-9B2C-FD16E1550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43B1C-DB73-442A-A3A4-B267AA1D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51083-60F3-4F7D-A814-0C4A318F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526FE-32CD-4A3A-9D8D-2AC96876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46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915DD-54D7-42F8-84F0-D5176FCB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C694C-F784-4CDC-8AC0-74546E738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68C9F-53FB-4CDF-8ED4-9D828EB7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F857A-8F71-4F19-9A38-3FA569B3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842DD-9B0C-41FB-BF66-3AB16E2E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88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6113-6C97-482A-93BB-4975F0337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82947A-A2AA-42F8-95CF-076EF2502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C1C481-424A-490F-B827-681557A6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951CE-E666-4C56-9BDA-756A2DFD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E4003-BC94-4566-A9FD-D0DB20D6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6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6FD6A-FD3E-4EB8-B865-B495106D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56CD93-26B4-4AF5-83A9-9351572E4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C3F0B-8311-447F-9D97-1F9BE5847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78C254-B127-4D09-89F3-F8F6C433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FA4652-3554-4FFA-A6C1-55746D75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0DCB59-B8A2-4A77-9572-E0435F34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3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8E10F-FD3D-4157-B6CE-5BF7B2C29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13AE9A-8D3E-47EF-A32E-12FFA725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4F8A3E-35EB-434E-93DC-B94258789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862393-F77E-428A-BAEF-CA70D2134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785FFD-BFF7-466F-8F2F-9B6E101B1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33AF62-E93C-4928-9B61-D58E4D93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D162E5-7026-4123-AE98-0885613B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E3991D-2958-4ABE-8743-BCBE2069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73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55397-D0F2-489A-A793-9F056244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137243-5CBB-4C7E-A9C4-2C8D0988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BA450C-8946-45F9-B719-DC6067C1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95671D-78F2-48D5-9C4E-CEFA5E73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99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BD8269-B370-444E-9865-D5836642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1B46B1-8C77-4C6A-9884-0EA46FC0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7EA4DA-4D29-4A73-BEB3-BE51E042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67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C890C-6593-4B88-81F8-0D693F2A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04478-B918-4227-93ED-210B9A261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C0D32E-8A3D-41A5-AB56-42555D491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488836-4D55-4358-A382-F4C5B461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872C0-64AA-47B1-B10C-6CAD2DC9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AD30CC-4431-4212-9D52-CE91DBCF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87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88456-09A3-4847-B9DE-2FDD20BA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91E934-8648-44B9-BBC8-0610E3A34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BF69F8-C1A4-492B-8BA5-40A1D5E34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A8A853-030D-4D71-94E9-ABB09D41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7BD8DA-BA02-4153-8880-98A430E9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71A659-2B6A-4DEB-A3A4-EDEE47D9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83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064E0-3ED5-421D-9ABC-80493E33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27464B-9583-43C2-9173-934393852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F3987D-89C2-48E2-9B8E-278C4BF3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25A60-2E86-4969-8B20-379246C9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E9593-3E99-4EEA-8283-56D247C8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59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05D251-FC68-4368-8820-BA75F8957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C40C3A-E238-439A-9E62-9AF3C5901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73930-D5A6-4B5F-941C-755A2A2B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91C79B-619D-4A26-9826-B584EDA9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84896-1F09-4C92-AEDC-3EC01192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63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9D545A-9E2A-4295-A205-386AD5D4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E009B0-420D-4892-880D-61F735EA4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C556AB-3E84-4CEA-A0BC-6BA6F19AF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0F364-4417-4FD6-B452-234A182252B5}" type="datetimeFigureOut">
              <a:rPr lang="zh-CN" altLang="en-US" smtClean="0"/>
              <a:t>2024/12/19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A162B-2024-47E8-9163-641727E57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EDF042-583D-4BF4-A434-74794A328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F9D29-B6C1-455D-ADE9-6E6EE0C98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91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6.bin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5" Type="http://schemas.openxmlformats.org/officeDocument/2006/relationships/image" Target="../media/image1.png"/><Relationship Id="rId10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9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6.wmf"/><Relationship Id="rId3" Type="http://schemas.openxmlformats.org/officeDocument/2006/relationships/image" Target="../media/image18.png"/><Relationship Id="rId7" Type="http://schemas.openxmlformats.org/officeDocument/2006/relationships/image" Target="../media/image20.wmf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3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2.png"/><Relationship Id="rId19" Type="http://schemas.openxmlformats.org/officeDocument/2006/relationships/oleObject" Target="../embeddings/oleObject24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1.wmf"/><Relationship Id="rId14" Type="http://schemas.openxmlformats.org/officeDocument/2006/relationships/image" Target="../media/image2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87671D-9017-4A75-B312-345DBE8A8876}"/>
              </a:ext>
            </a:extLst>
          </p:cNvPr>
          <p:cNvSpPr txBox="1"/>
          <p:nvPr/>
        </p:nvSpPr>
        <p:spPr>
          <a:xfrm>
            <a:off x="678729" y="366663"/>
            <a:ext cx="1187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11.7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76E30CBA-0706-4726-A072-E147A78A8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631" y="121429"/>
            <a:ext cx="2089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辐射换热量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</a:t>
            </a:r>
          </a:p>
        </p:txBody>
      </p:sp>
      <p:pic>
        <p:nvPicPr>
          <p:cNvPr id="23" name="Picture 17">
            <a:extLst>
              <a:ext uri="{FF2B5EF4-FFF2-40B4-BE49-F238E27FC236}">
                <a16:creationId xmlns:a16="http://schemas.microsoft.com/office/drawing/2014/main" id="{FFC593C8-B626-41E8-90DA-1D45BD86C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8985" y="862111"/>
            <a:ext cx="3575763" cy="183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" name="Object 9">
            <a:extLst>
              <a:ext uri="{FF2B5EF4-FFF2-40B4-BE49-F238E27FC236}">
                <a16:creationId xmlns:a16="http://schemas.microsoft.com/office/drawing/2014/main" id="{27906B59-72DE-49BA-8766-9CF39C536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388901"/>
              </p:ext>
            </p:extLst>
          </p:nvPr>
        </p:nvGraphicFramePr>
        <p:xfrm>
          <a:off x="3947246" y="452494"/>
          <a:ext cx="756602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88960" imgH="698400" progId="Equation.DSMT4">
                  <p:embed/>
                </p:oleObj>
              </mc:Choice>
              <mc:Fallback>
                <p:oleObj name="Equation" r:id="rId4" imgW="3288960" imgH="698400" progId="Equation.DSMT4">
                  <p:embed/>
                  <p:pic>
                    <p:nvPicPr>
                      <p:cNvPr id="23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246" y="452494"/>
                        <a:ext cx="7566025" cy="167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5CD33859-64A3-481E-ABF0-1C58E0DE6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99743"/>
              </p:ext>
            </p:extLst>
          </p:nvPr>
        </p:nvGraphicFramePr>
        <p:xfrm>
          <a:off x="3455470" y="2524035"/>
          <a:ext cx="1651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241200" progId="Equation.DSMT4">
                  <p:embed/>
                </p:oleObj>
              </mc:Choice>
              <mc:Fallback>
                <p:oleObj name="Equation" r:id="rId6" imgW="545760" imgH="241200" progId="Equation.DSMT4">
                  <p:embed/>
                  <p:pic>
                    <p:nvPicPr>
                      <p:cNvPr id="20" name="Object 7">
                        <a:extLst>
                          <a:ext uri="{FF2B5EF4-FFF2-40B4-BE49-F238E27FC236}">
                            <a16:creationId xmlns:a16="http://schemas.microsoft.com/office/drawing/2014/main" id="{B1194498-E280-4464-90E0-7880BD5830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470" y="2524035"/>
                        <a:ext cx="16510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>
            <a:extLst>
              <a:ext uri="{FF2B5EF4-FFF2-40B4-BE49-F238E27FC236}">
                <a16:creationId xmlns:a16="http://schemas.microsoft.com/office/drawing/2014/main" id="{A4E39B05-4DA1-4B43-B346-30258C972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119524"/>
              </p:ext>
            </p:extLst>
          </p:nvPr>
        </p:nvGraphicFramePr>
        <p:xfrm>
          <a:off x="5733021" y="2167429"/>
          <a:ext cx="3475038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280" imgH="685800" progId="Equation.DSMT4">
                  <p:embed/>
                </p:oleObj>
              </mc:Choice>
              <mc:Fallback>
                <p:oleObj name="Equation" r:id="rId8" imgW="1511280" imgH="685800" progId="Equation.DSMT4">
                  <p:embed/>
                  <p:pic>
                    <p:nvPicPr>
                      <p:cNvPr id="24" name="Object 9">
                        <a:extLst>
                          <a:ext uri="{FF2B5EF4-FFF2-40B4-BE49-F238E27FC236}">
                            <a16:creationId xmlns:a16="http://schemas.microsoft.com/office/drawing/2014/main" id="{27906B59-72DE-49BA-8766-9CF39C536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3021" y="2167429"/>
                        <a:ext cx="3475038" cy="1646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">
            <a:extLst>
              <a:ext uri="{FF2B5EF4-FFF2-40B4-BE49-F238E27FC236}">
                <a16:creationId xmlns:a16="http://schemas.microsoft.com/office/drawing/2014/main" id="{29AEDBA0-3B69-4862-9342-26B07FFED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550986"/>
              </p:ext>
            </p:extLst>
          </p:nvPr>
        </p:nvGraphicFramePr>
        <p:xfrm>
          <a:off x="3598756" y="3785620"/>
          <a:ext cx="16129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228600" progId="Equation.DSMT4">
                  <p:embed/>
                </p:oleObj>
              </mc:Choice>
              <mc:Fallback>
                <p:oleObj name="Equation" r:id="rId10" imgW="533160" imgH="228600" progId="Equation.DSMT4">
                  <p:embed/>
                  <p:pic>
                    <p:nvPicPr>
                      <p:cNvPr id="25" name="Object 7">
                        <a:extLst>
                          <a:ext uri="{FF2B5EF4-FFF2-40B4-BE49-F238E27FC236}">
                            <a16:creationId xmlns:a16="http://schemas.microsoft.com/office/drawing/2014/main" id="{5CD33859-64A3-481E-ABF0-1C58E0DE66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756" y="3785620"/>
                        <a:ext cx="1612900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9">
            <a:extLst>
              <a:ext uri="{FF2B5EF4-FFF2-40B4-BE49-F238E27FC236}">
                <a16:creationId xmlns:a16="http://schemas.microsoft.com/office/drawing/2014/main" id="{D9D0580D-D2A0-4C7D-80F6-3F7D0E145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132939"/>
              </p:ext>
            </p:extLst>
          </p:nvPr>
        </p:nvGraphicFramePr>
        <p:xfrm>
          <a:off x="1476397" y="4586155"/>
          <a:ext cx="940435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89240" imgH="736560" progId="Equation.DSMT4">
                  <p:embed/>
                </p:oleObj>
              </mc:Choice>
              <mc:Fallback>
                <p:oleObj name="Equation" r:id="rId12" imgW="4089240" imgH="736560" progId="Equation.DSMT4">
                  <p:embed/>
                  <p:pic>
                    <p:nvPicPr>
                      <p:cNvPr id="27" name="Object 9">
                        <a:extLst>
                          <a:ext uri="{FF2B5EF4-FFF2-40B4-BE49-F238E27FC236}">
                            <a16:creationId xmlns:a16="http://schemas.microsoft.com/office/drawing/2014/main" id="{A4E39B05-4DA1-4B43-B346-30258C972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97" y="4586155"/>
                        <a:ext cx="9404350" cy="176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863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87671D-9017-4A75-B312-345DBE8A8876}"/>
              </a:ext>
            </a:extLst>
          </p:cNvPr>
          <p:cNvSpPr txBox="1"/>
          <p:nvPr/>
        </p:nvSpPr>
        <p:spPr>
          <a:xfrm>
            <a:off x="678729" y="366663"/>
            <a:ext cx="1187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11.7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04CD697-B372-4705-9D83-54A2F809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792" y="337939"/>
            <a:ext cx="2327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对流换热量：</a:t>
            </a:r>
          </a:p>
        </p:txBody>
      </p:sp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85714D0A-820A-4918-9038-6DBB3728B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475079"/>
              </p:ext>
            </p:extLst>
          </p:nvPr>
        </p:nvGraphicFramePr>
        <p:xfrm>
          <a:off x="6215524" y="1004093"/>
          <a:ext cx="2690242" cy="563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27000" imgH="190440" progId="Equation.3">
                  <p:embed/>
                </p:oleObj>
              </mc:Choice>
              <mc:Fallback>
                <p:oleObj name="公式" r:id="rId3" imgW="927000" imgH="190440" progId="Equation.3">
                  <p:embed/>
                  <p:pic>
                    <p:nvPicPr>
                      <p:cNvPr id="22" name="Object 10">
                        <a:extLst>
                          <a:ext uri="{FF2B5EF4-FFF2-40B4-BE49-F238E27FC236}">
                            <a16:creationId xmlns:a16="http://schemas.microsoft.com/office/drawing/2014/main" id="{85714D0A-820A-4918-9038-6DBB3728B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524" y="1004093"/>
                        <a:ext cx="2690242" cy="5637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17">
            <a:extLst>
              <a:ext uri="{FF2B5EF4-FFF2-40B4-BE49-F238E27FC236}">
                <a16:creationId xmlns:a16="http://schemas.microsoft.com/office/drawing/2014/main" id="{FFC593C8-B626-41E8-90DA-1D45BD86C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3556" y="895206"/>
            <a:ext cx="3962430" cy="183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9215CD-AEE8-4BDE-9247-5EF9071D3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792" y="1949696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在稳态下：</a:t>
            </a: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90D4D07E-B5FA-452C-A98A-551A640D4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235350"/>
              </p:ext>
            </p:extLst>
          </p:nvPr>
        </p:nvGraphicFramePr>
        <p:xfrm>
          <a:off x="6963690" y="1998561"/>
          <a:ext cx="12620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400" imgH="190440" progId="Equation.3">
                  <p:embed/>
                </p:oleObj>
              </mc:Choice>
              <mc:Fallback>
                <p:oleObj name="公式" r:id="rId6" imgW="482400" imgH="190440" progId="Equation.3">
                  <p:embed/>
                  <p:pic>
                    <p:nvPicPr>
                      <p:cNvPr id="1044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690" y="1998561"/>
                        <a:ext cx="1262063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7763C79E-2AB1-4758-A57D-A04126CCB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363502"/>
              </p:ext>
            </p:extLst>
          </p:nvPr>
        </p:nvGraphicFramePr>
        <p:xfrm>
          <a:off x="5508625" y="3871913"/>
          <a:ext cx="41036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393480" progId="Equation.DSMT4">
                  <p:embed/>
                </p:oleObj>
              </mc:Choice>
              <mc:Fallback>
                <p:oleObj name="Equation" r:id="rId8" imgW="1447560" imgH="393480" progId="Equation.DSMT4">
                  <p:embed/>
                  <p:pic>
                    <p:nvPicPr>
                      <p:cNvPr id="1044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871913"/>
                        <a:ext cx="4103688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3758F5C4-2D5C-46DC-9423-51D72A355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852584"/>
              </p:ext>
            </p:extLst>
          </p:nvPr>
        </p:nvGraphicFramePr>
        <p:xfrm>
          <a:off x="5536254" y="2954028"/>
          <a:ext cx="42926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279360" progId="Equation.DSMT4">
                  <p:embed/>
                </p:oleObj>
              </mc:Choice>
              <mc:Fallback>
                <p:oleObj name="Equation" r:id="rId10" imgW="1866600" imgH="279360" progId="Equation.DSMT4">
                  <p:embed/>
                  <p:pic>
                    <p:nvPicPr>
                      <p:cNvPr id="29" name="Object 9">
                        <a:extLst>
                          <a:ext uri="{FF2B5EF4-FFF2-40B4-BE49-F238E27FC236}">
                            <a16:creationId xmlns:a16="http://schemas.microsoft.com/office/drawing/2014/main" id="{D9D0580D-D2A0-4C7D-80F6-3F7D0E145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6254" y="2954028"/>
                        <a:ext cx="4292600" cy="671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733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87671D-9017-4A75-B312-345DBE8A8876}"/>
              </a:ext>
            </a:extLst>
          </p:cNvPr>
          <p:cNvSpPr txBox="1"/>
          <p:nvPr/>
        </p:nvSpPr>
        <p:spPr>
          <a:xfrm>
            <a:off x="678729" y="366663"/>
            <a:ext cx="1187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12.9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FF66A676-9CB4-4C20-8633-CBA8F945140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36567001"/>
              </p:ext>
            </p:extLst>
          </p:nvPr>
        </p:nvGraphicFramePr>
        <p:xfrm>
          <a:off x="1095296" y="1030041"/>
          <a:ext cx="55403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241200" progId="Equation.DSMT4">
                  <p:embed/>
                </p:oleObj>
              </mc:Choice>
              <mc:Fallback>
                <p:oleObj name="Equation" r:id="rId3" imgW="2019240" imgH="24120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296" y="1030041"/>
                        <a:ext cx="5540375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1E26DE7C-953F-44BD-B465-7E8928B346E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97985479"/>
              </p:ext>
            </p:extLst>
          </p:nvPr>
        </p:nvGraphicFramePr>
        <p:xfrm>
          <a:off x="7032759" y="1084243"/>
          <a:ext cx="4356100" cy="599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7680" imgH="228600" progId="Equation.DSMT4">
                  <p:embed/>
                </p:oleObj>
              </mc:Choice>
              <mc:Fallback>
                <p:oleObj name="Equation" r:id="rId5" imgW="1777680" imgH="2286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F66A676-9CB4-4C20-8633-CBA8F945140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759" y="1084243"/>
                        <a:ext cx="4356100" cy="5996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FB63DFEC-65A5-4163-B545-F204E771C559}"/>
              </a:ext>
            </a:extLst>
          </p:cNvPr>
          <p:cNvSpPr txBox="1"/>
          <p:nvPr/>
        </p:nvSpPr>
        <p:spPr>
          <a:xfrm>
            <a:off x="900878" y="4537025"/>
            <a:ext cx="81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顺流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0F13E57-EAF0-4E0D-B99C-40370C590F9C}"/>
              </a:ext>
            </a:extLst>
          </p:cNvPr>
          <p:cNvSpPr txBox="1"/>
          <p:nvPr/>
        </p:nvSpPr>
        <p:spPr>
          <a:xfrm>
            <a:off x="900877" y="5316784"/>
            <a:ext cx="81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逆流</a:t>
            </a:r>
          </a:p>
        </p:txBody>
      </p:sp>
      <p:graphicFrame>
        <p:nvGraphicFramePr>
          <p:cNvPr id="42" name="Object 6">
            <a:extLst>
              <a:ext uri="{FF2B5EF4-FFF2-40B4-BE49-F238E27FC236}">
                <a16:creationId xmlns:a16="http://schemas.microsoft.com/office/drawing/2014/main" id="{6FE1E913-EE8C-44FA-80EF-2BAE3868C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720806"/>
              </p:ext>
            </p:extLst>
          </p:nvPr>
        </p:nvGraphicFramePr>
        <p:xfrm>
          <a:off x="6842666" y="2139983"/>
          <a:ext cx="2252696" cy="1383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52200" imgH="583920" progId="Equation.DSMT4">
                  <p:embed/>
                </p:oleObj>
              </mc:Choice>
              <mc:Fallback>
                <p:oleObj name="Equation" r:id="rId7" imgW="952200" imgH="58392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666" y="2139983"/>
                        <a:ext cx="2252696" cy="1383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3E268383-4AFE-4800-B695-15C8935AC36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02278109"/>
              </p:ext>
            </p:extLst>
          </p:nvPr>
        </p:nvGraphicFramePr>
        <p:xfrm>
          <a:off x="978300" y="2320782"/>
          <a:ext cx="177641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228600" progId="Equation.DSMT4">
                  <p:embed/>
                </p:oleObj>
              </mc:Choice>
              <mc:Fallback>
                <p:oleObj name="Equation" r:id="rId9" imgW="647640" imgH="2286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FF66A676-9CB4-4C20-8633-CBA8F945140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300" y="2320782"/>
                        <a:ext cx="1776413" cy="671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B0411391-D1A6-47BB-8AD7-9D521F78FE9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98479109"/>
              </p:ext>
            </p:extLst>
          </p:nvPr>
        </p:nvGraphicFramePr>
        <p:xfrm>
          <a:off x="3542489" y="1984592"/>
          <a:ext cx="202088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622080" progId="Equation.DSMT4">
                  <p:embed/>
                </p:oleObj>
              </mc:Choice>
              <mc:Fallback>
                <p:oleObj name="Equation" r:id="rId11" imgW="736560" imgH="6220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3E268383-4AFE-4800-B695-15C8935AC36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2489" y="1984592"/>
                        <a:ext cx="2020888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6">
            <a:extLst>
              <a:ext uri="{FF2B5EF4-FFF2-40B4-BE49-F238E27FC236}">
                <a16:creationId xmlns:a16="http://schemas.microsoft.com/office/drawing/2014/main" id="{53450CE7-CF8A-4B51-9D10-2F6F5B03EE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615921"/>
              </p:ext>
            </p:extLst>
          </p:nvPr>
        </p:nvGraphicFramePr>
        <p:xfrm>
          <a:off x="2475217" y="4537025"/>
          <a:ext cx="33940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34960" imgH="215640" progId="Equation.DSMT4">
                  <p:embed/>
                </p:oleObj>
              </mc:Choice>
              <mc:Fallback>
                <p:oleObj name="Equation" r:id="rId13" imgW="1434960" imgH="215640" progId="Equation.DSMT4">
                  <p:embed/>
                  <p:pic>
                    <p:nvPicPr>
                      <p:cNvPr id="42" name="Object 6">
                        <a:extLst>
                          <a:ext uri="{FF2B5EF4-FFF2-40B4-BE49-F238E27FC236}">
                            <a16:creationId xmlns:a16="http://schemas.microsoft.com/office/drawing/2014/main" id="{6FE1E913-EE8C-44FA-80EF-2BAE3868C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5217" y="4537025"/>
                        <a:ext cx="3394075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6">
            <a:extLst>
              <a:ext uri="{FF2B5EF4-FFF2-40B4-BE49-F238E27FC236}">
                <a16:creationId xmlns:a16="http://schemas.microsoft.com/office/drawing/2014/main" id="{A0E799EE-B869-43BC-ABE3-E3A156EB9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882631"/>
              </p:ext>
            </p:extLst>
          </p:nvPr>
        </p:nvGraphicFramePr>
        <p:xfrm>
          <a:off x="2475216" y="5316784"/>
          <a:ext cx="33940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34960" imgH="215640" progId="Equation.DSMT4">
                  <p:embed/>
                </p:oleObj>
              </mc:Choice>
              <mc:Fallback>
                <p:oleObj name="Equation" r:id="rId15" imgW="1434960" imgH="215640" progId="Equation.DSMT4">
                  <p:embed/>
                  <p:pic>
                    <p:nvPicPr>
                      <p:cNvPr id="52" name="Object 6">
                        <a:extLst>
                          <a:ext uri="{FF2B5EF4-FFF2-40B4-BE49-F238E27FC236}">
                            <a16:creationId xmlns:a16="http://schemas.microsoft.com/office/drawing/2014/main" id="{53450CE7-CF8A-4B51-9D10-2F6F5B03EE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5216" y="5316784"/>
                        <a:ext cx="3394075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312E383-0F47-4D88-904C-2B484ECBFA82}"/>
              </a:ext>
            </a:extLst>
          </p:cNvPr>
          <p:cNvSpPr txBox="1"/>
          <p:nvPr/>
        </p:nvSpPr>
        <p:spPr>
          <a:xfrm>
            <a:off x="939234" y="3916313"/>
            <a:ext cx="2603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无法判断流向</a:t>
            </a:r>
          </a:p>
        </p:txBody>
      </p:sp>
    </p:spTree>
    <p:extLst>
      <p:ext uri="{BB962C8B-B14F-4D97-AF65-F5344CB8AC3E}">
        <p14:creationId xmlns:p14="http://schemas.microsoft.com/office/powerpoint/2010/main" val="168758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87671D-9017-4A75-B312-345DBE8A8876}"/>
              </a:ext>
            </a:extLst>
          </p:cNvPr>
          <p:cNvSpPr txBox="1"/>
          <p:nvPr/>
        </p:nvSpPr>
        <p:spPr>
          <a:xfrm>
            <a:off x="678729" y="366663"/>
            <a:ext cx="1187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11.13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5295E79A-F561-452B-B513-71836E6D1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104" y="3775380"/>
            <a:ext cx="5043431" cy="1332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26">
            <a:extLst>
              <a:ext uri="{FF2B5EF4-FFF2-40B4-BE49-F238E27FC236}">
                <a16:creationId xmlns:a16="http://schemas.microsoft.com/office/drawing/2014/main" id="{A9E65E91-C43C-4B26-A556-AABAA14175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18960"/>
              </p:ext>
            </p:extLst>
          </p:nvPr>
        </p:nvGraphicFramePr>
        <p:xfrm>
          <a:off x="6130217" y="351178"/>
          <a:ext cx="16287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41200" progId="Equation.DSMT4">
                  <p:embed/>
                </p:oleObj>
              </mc:Choice>
              <mc:Fallback>
                <p:oleObj name="Equation" r:id="rId4" imgW="660240" imgH="241200" progId="Equation.DSMT4">
                  <p:embed/>
                  <p:pic>
                    <p:nvPicPr>
                      <p:cNvPr id="6" name="Object 26">
                        <a:extLst>
                          <a:ext uri="{FF2B5EF4-FFF2-40B4-BE49-F238E27FC236}">
                            <a16:creationId xmlns:a16="http://schemas.microsoft.com/office/drawing/2014/main" id="{DA113F28-037C-4F5E-9246-6E641FE450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217" y="351178"/>
                        <a:ext cx="1628775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6">
            <a:extLst>
              <a:ext uri="{FF2B5EF4-FFF2-40B4-BE49-F238E27FC236}">
                <a16:creationId xmlns:a16="http://schemas.microsoft.com/office/drawing/2014/main" id="{CE48C960-C27F-451D-83FB-01B87F89C9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24726"/>
              </p:ext>
            </p:extLst>
          </p:nvPr>
        </p:nvGraphicFramePr>
        <p:xfrm>
          <a:off x="2331869" y="3776004"/>
          <a:ext cx="3444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28600" progId="Equation.DSMT4">
                  <p:embed/>
                </p:oleObj>
              </mc:Choice>
              <mc:Fallback>
                <p:oleObj name="Equation" r:id="rId6" imgW="139680" imgH="228600" progId="Equation.DSMT4">
                  <p:embed/>
                  <p:pic>
                    <p:nvPicPr>
                      <p:cNvPr id="5" name="Object 26">
                        <a:extLst>
                          <a:ext uri="{FF2B5EF4-FFF2-40B4-BE49-F238E27FC236}">
                            <a16:creationId xmlns:a16="http://schemas.microsoft.com/office/drawing/2014/main" id="{A9E65E91-C43C-4B26-A556-AABAA14175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1869" y="3776004"/>
                        <a:ext cx="344488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6">
            <a:extLst>
              <a:ext uri="{FF2B5EF4-FFF2-40B4-BE49-F238E27FC236}">
                <a16:creationId xmlns:a16="http://schemas.microsoft.com/office/drawing/2014/main" id="{A53A023A-428A-4E95-878E-3D13576A0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318647"/>
              </p:ext>
            </p:extLst>
          </p:nvPr>
        </p:nvGraphicFramePr>
        <p:xfrm>
          <a:off x="3894881" y="3775379"/>
          <a:ext cx="4079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228600" progId="Equation.DSMT4">
                  <p:embed/>
                </p:oleObj>
              </mc:Choice>
              <mc:Fallback>
                <p:oleObj name="Equation" r:id="rId8" imgW="164880" imgH="228600" progId="Equation.DSMT4">
                  <p:embed/>
                  <p:pic>
                    <p:nvPicPr>
                      <p:cNvPr id="7" name="Object 26">
                        <a:extLst>
                          <a:ext uri="{FF2B5EF4-FFF2-40B4-BE49-F238E27FC236}">
                            <a16:creationId xmlns:a16="http://schemas.microsoft.com/office/drawing/2014/main" id="{CE48C960-C27F-451D-83FB-01B87F89C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881" y="3775379"/>
                        <a:ext cx="407987" cy="558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 descr="1104">
            <a:extLst>
              <a:ext uri="{FF2B5EF4-FFF2-40B4-BE49-F238E27FC236}">
                <a16:creationId xmlns:a16="http://schemas.microsoft.com/office/drawing/2014/main" id="{7A346C50-EFA8-400A-A69A-983386E01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108" y="1124908"/>
            <a:ext cx="2054323" cy="2205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70D7F1B7-9E25-466A-9CE5-672480ED1E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554486"/>
              </p:ext>
            </p:extLst>
          </p:nvPr>
        </p:nvGraphicFramePr>
        <p:xfrm>
          <a:off x="6209196" y="1338742"/>
          <a:ext cx="388302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88760" imgH="698400" progId="Equation.DSMT4">
                  <p:embed/>
                </p:oleObj>
              </mc:Choice>
              <mc:Fallback>
                <p:oleObj name="Equation" r:id="rId11" imgW="1688760" imgH="698400" progId="Equation.DSMT4">
                  <p:embed/>
                  <p:pic>
                    <p:nvPicPr>
                      <p:cNvPr id="24" name="Object 9">
                        <a:extLst>
                          <a:ext uri="{FF2B5EF4-FFF2-40B4-BE49-F238E27FC236}">
                            <a16:creationId xmlns:a16="http://schemas.microsoft.com/office/drawing/2014/main" id="{27906B59-72DE-49BA-8766-9CF39C536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196" y="1338742"/>
                        <a:ext cx="3883025" cy="1676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EE0FAFAF-A111-4723-89C4-478B753162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084705"/>
              </p:ext>
            </p:extLst>
          </p:nvPr>
        </p:nvGraphicFramePr>
        <p:xfrm>
          <a:off x="10345177" y="1621646"/>
          <a:ext cx="126206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400" imgH="241200" progId="Equation.DSMT4">
                  <p:embed/>
                </p:oleObj>
              </mc:Choice>
              <mc:Fallback>
                <p:oleObj name="Equation" r:id="rId13" imgW="482400" imgH="241200" progId="Equation.DSMT4">
                  <p:embed/>
                  <p:pic>
                    <p:nvPicPr>
                      <p:cNvPr id="16" name="Object 13">
                        <a:extLst>
                          <a:ext uri="{FF2B5EF4-FFF2-40B4-BE49-F238E27FC236}">
                            <a16:creationId xmlns:a16="http://schemas.microsoft.com/office/drawing/2014/main" id="{FC52769A-C69E-4591-95EB-4B00D5ED5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5177" y="1621646"/>
                        <a:ext cx="1262063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6">
            <a:extLst>
              <a:ext uri="{FF2B5EF4-FFF2-40B4-BE49-F238E27FC236}">
                <a16:creationId xmlns:a16="http://schemas.microsoft.com/office/drawing/2014/main" id="{51566CB1-E10A-44D4-A574-719CCC309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727943"/>
              </p:ext>
            </p:extLst>
          </p:nvPr>
        </p:nvGraphicFramePr>
        <p:xfrm>
          <a:off x="6146092" y="2947987"/>
          <a:ext cx="32258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07880" imgH="393480" progId="Equation.DSMT4">
                  <p:embed/>
                </p:oleObj>
              </mc:Choice>
              <mc:Fallback>
                <p:oleObj name="Equation" r:id="rId15" imgW="1307880" imgH="393480" progId="Equation.DSMT4">
                  <p:embed/>
                  <p:pic>
                    <p:nvPicPr>
                      <p:cNvPr id="5" name="Object 26">
                        <a:extLst>
                          <a:ext uri="{FF2B5EF4-FFF2-40B4-BE49-F238E27FC236}">
                            <a16:creationId xmlns:a16="http://schemas.microsoft.com/office/drawing/2014/main" id="{A9E65E91-C43C-4B26-A556-AABAA14175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092" y="2947987"/>
                        <a:ext cx="3225800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6">
            <a:extLst>
              <a:ext uri="{FF2B5EF4-FFF2-40B4-BE49-F238E27FC236}">
                <a16:creationId xmlns:a16="http://schemas.microsoft.com/office/drawing/2014/main" id="{378C3D2A-CF77-4A99-8E39-6CFBA8863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574719"/>
              </p:ext>
            </p:extLst>
          </p:nvPr>
        </p:nvGraphicFramePr>
        <p:xfrm>
          <a:off x="5878202" y="4159981"/>
          <a:ext cx="41036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63560" imgH="253800" progId="Equation.DSMT4">
                  <p:embed/>
                </p:oleObj>
              </mc:Choice>
              <mc:Fallback>
                <p:oleObj name="Equation" r:id="rId17" imgW="1663560" imgH="253800" progId="Equation.DSMT4">
                  <p:embed/>
                  <p:pic>
                    <p:nvPicPr>
                      <p:cNvPr id="13" name="Object 26">
                        <a:extLst>
                          <a:ext uri="{FF2B5EF4-FFF2-40B4-BE49-F238E27FC236}">
                            <a16:creationId xmlns:a16="http://schemas.microsoft.com/office/drawing/2014/main" id="{51566CB1-E10A-44D4-A574-719CCC309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202" y="4159981"/>
                        <a:ext cx="4103687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6">
            <a:extLst>
              <a:ext uri="{FF2B5EF4-FFF2-40B4-BE49-F238E27FC236}">
                <a16:creationId xmlns:a16="http://schemas.microsoft.com/office/drawing/2014/main" id="{8C6E9E71-AD80-4FEE-B457-A2A1247519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594343"/>
              </p:ext>
            </p:extLst>
          </p:nvPr>
        </p:nvGraphicFramePr>
        <p:xfrm>
          <a:off x="6209196" y="5108044"/>
          <a:ext cx="25066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15920" imgH="393480" progId="Equation.DSMT4">
                  <p:embed/>
                </p:oleObj>
              </mc:Choice>
              <mc:Fallback>
                <p:oleObj name="Equation" r:id="rId19" imgW="1015920" imgH="393480" progId="Equation.DSMT4">
                  <p:embed/>
                  <p:pic>
                    <p:nvPicPr>
                      <p:cNvPr id="13" name="Object 26">
                        <a:extLst>
                          <a:ext uri="{FF2B5EF4-FFF2-40B4-BE49-F238E27FC236}">
                            <a16:creationId xmlns:a16="http://schemas.microsoft.com/office/drawing/2014/main" id="{51566CB1-E10A-44D4-A574-719CCC309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196" y="5108044"/>
                        <a:ext cx="2506662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25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25</Words>
  <Application>Microsoft Office PowerPoint</Application>
  <PresentationFormat>宽屏</PresentationFormat>
  <Paragraphs>14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summ</dc:creator>
  <cp:lastModifiedBy>铎 任</cp:lastModifiedBy>
  <cp:revision>33</cp:revision>
  <dcterms:created xsi:type="dcterms:W3CDTF">2019-06-11T15:13:54Z</dcterms:created>
  <dcterms:modified xsi:type="dcterms:W3CDTF">2024-12-19T11:33:56Z</dcterms:modified>
</cp:coreProperties>
</file>