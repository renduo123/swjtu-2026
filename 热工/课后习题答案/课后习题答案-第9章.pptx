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1" r:id="rId1"/>
    <p:sldMasterId id="2147483680" r:id="rId2"/>
  </p:sldMasterIdLst>
  <p:notesMasterIdLst>
    <p:notesMasterId r:id="rId5"/>
  </p:notesMasterIdLst>
  <p:handoutMasterIdLst>
    <p:handoutMasterId r:id="rId6"/>
  </p:handoutMasterIdLst>
  <p:sldIdLst>
    <p:sldId id="398" r:id="rId3"/>
    <p:sldId id="40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微软雅黑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微软雅黑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微软雅黑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微软雅黑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微软雅黑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微软雅黑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微软雅黑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微软雅黑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微软雅黑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BF11B7"/>
    <a:srgbClr val="000099"/>
    <a:srgbClr val="D218B7"/>
    <a:srgbClr val="02BE2F"/>
    <a:srgbClr val="007FDE"/>
    <a:srgbClr val="FF6600"/>
    <a:srgbClr val="F77947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70" autoAdjust="0"/>
    <p:restoredTop sz="97093" autoAdjust="0"/>
  </p:normalViewPr>
  <p:slideViewPr>
    <p:cSldViewPr>
      <p:cViewPr varScale="1">
        <p:scale>
          <a:sx n="100" d="100"/>
          <a:sy n="100" d="100"/>
        </p:scale>
        <p:origin x="4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24A7DA3-AD02-4F0E-879D-9BC446EFBC5F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1946C94-4138-4D4F-8760-48A9D9C9F7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9462941-0717-4979-80EB-C84D30A9BBC5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4F3A694-8AD8-4BC7-8CD3-1DA2C081FE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6040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232F3-CC0D-45EB-BAA5-C0F2B21C0E67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BD0DA-BE90-490B-AC19-BE80765259A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B167D-CDFB-41C7-980E-D83865761258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71D6-52C9-444F-9377-D4B00C59E7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F38DE-5640-40FE-8E76-77FD4CA9785F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495D5-DF88-4D8F-9BCC-4F40F24D58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CBE41-8A44-4F5F-BFA9-FC8BD95A5687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1DE86-E458-4987-BB34-5E61B7096B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2158E-31ED-4295-9653-235FBF7B1438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84AA2-33CA-45C5-9785-1E0BF29672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61FFF-12D3-4529-A262-5296546FDC24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0A6F2-3E32-4C8E-904E-668841BB9D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10865-2D98-484C-9CFA-622413DEED95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9AF64-104C-48CB-929D-8DFEA957AC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2B2B9-DB31-428E-831F-8EA40CC58F0D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C1354-02CC-450A-8550-B6516525C1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EE58A-3E13-493E-AE1C-09DE79857259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1B6B8-5F3B-4D3E-9E42-74110928A3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41D9D-3D7B-480A-9FB7-5D4C13AEB47C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69200-5DC4-48C1-A741-237E3C996F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B9954-6B5B-4DA7-ABCC-31B5CFE2D206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4889-D463-4E6D-9FBB-6EF3D2816F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4C762-D6C4-43CD-94A0-FDD1CE00EFBC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E46C6-F8DA-4C7E-8D39-8047E93431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796A2-BFB4-4AD9-BDDC-171F76638D14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1F417-CB89-4F8E-B17F-DB86D5620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54F42-C8F9-4E14-A046-7CEC3BCA8910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04132-EE33-457D-974C-B9567AE9D4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EB4B885-D45B-4547-A758-7ADF36E976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948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157F3D1-9056-4492-BE81-963D5298CA61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93E5F65-342F-4EF2-AB90-0781EEB388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14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0B24094-D4BD-4FE6-B5C4-0F94A38CF120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300F6CC-22E5-4CE4-9630-28ED87CA67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906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948EA17C-5667-43C6-A393-615B8F739742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EDC56A3-FF9D-4B91-B396-4CDD25E5DA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8190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2785CCA1-AFAB-4BD2-A312-CF47DAFB766E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A8AC964-E93D-44F3-B29C-60430C74C4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2736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A5C29A6-7CFB-4877-AE2A-37CA9B6D4459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411D9F9-FEDD-472C-8CD9-6465ACDD9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786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74B92577-F0F1-44C1-9C88-F1984582E7D1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63F90F4-6C05-42A1-8905-0B84D358AB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8644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91B7D7CB-685F-41A3-91BC-0E7E0CB39BD3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7FD58C9-10D0-4BEF-A862-B34E6C3C1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415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07FDA8B-E017-4180-80B2-857087D0C7C1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8135A18-65E9-4ED3-B3FA-294DE26B7E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80415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C20AFF2-D947-4910-BE44-9ED0A1635933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7608A1D-E466-4A0F-9ADA-BC6E6067B1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647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0C285BD-5491-41AF-B170-E87A11365AEA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DC4581A-9FFA-48EC-BAD1-3E2E0A556D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12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F7E3F33-FB6D-4E51-8608-592832648A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81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5987656-9183-4F9C-8949-ACBFD223E4F0}" type="datetimeFigureOut">
              <a:rPr lang="zh-CN" altLang="en-US"/>
              <a:pPr>
                <a:defRPr/>
              </a:pPr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432CB07-196D-4D7B-8194-0FABD2EFF8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4102" name="Picture 2" descr="C:\Users\nathan\Desktop\20130513校长报告0511\幻灯片4.PNG"/>
          <p:cNvPicPr>
            <a:picLocks noChangeAspect="1" noChangeArrowheads="1"/>
          </p:cNvPicPr>
          <p:nvPr userDrawn="1"/>
        </p:nvPicPr>
        <p:blipFill>
          <a:blip r:embed="rId16" cstate="print"/>
          <a:srcRect t="6952" b="82545"/>
          <a:stretch>
            <a:fillRect/>
          </a:stretch>
        </p:blipFill>
        <p:spPr bwMode="auto">
          <a:xfrm>
            <a:off x="1588" y="0"/>
            <a:ext cx="914241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等腰三角形 7"/>
          <p:cNvSpPr/>
          <p:nvPr userDrawn="1"/>
        </p:nvSpPr>
        <p:spPr>
          <a:xfrm>
            <a:off x="8459788" y="6237288"/>
            <a:ext cx="1368425" cy="620712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TextBox 11"/>
          <p:cNvSpPr txBox="1">
            <a:spLocks noChangeArrowheads="1"/>
          </p:cNvSpPr>
          <p:nvPr userDrawn="1"/>
        </p:nvSpPr>
        <p:spPr bwMode="auto">
          <a:xfrm>
            <a:off x="4786313" y="642938"/>
            <a:ext cx="33575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第九章   导热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8154988" y="906463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rot="5400000">
            <a:off x="4517232" y="886619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rot="5400000">
            <a:off x="7992269" y="886619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rot="5400000">
            <a:off x="4571207" y="886619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rot="5400000">
            <a:off x="7936707" y="886619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0" y="909638"/>
            <a:ext cx="4697413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571472" y="142852"/>
            <a:ext cx="2000264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热工基础</a:t>
            </a:r>
          </a:p>
        </p:txBody>
      </p:sp>
      <p:grpSp>
        <p:nvGrpSpPr>
          <p:cNvPr id="4114" name="组合 16"/>
          <p:cNvGrpSpPr>
            <a:grpSpLocks noChangeAspect="1"/>
          </p:cNvGrpSpPr>
          <p:nvPr userDrawn="1"/>
        </p:nvGrpSpPr>
        <p:grpSpPr bwMode="auto">
          <a:xfrm>
            <a:off x="5572125" y="6072188"/>
            <a:ext cx="2946400" cy="720725"/>
            <a:chOff x="4857752" y="6000768"/>
            <a:chExt cx="2504982" cy="612000"/>
          </a:xfrm>
        </p:grpSpPr>
        <p:pic>
          <p:nvPicPr>
            <p:cNvPr id="4115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6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0A8DF69-27C2-4224-9CA2-AA02A8A4CBA5}" type="datetimeFigureOut">
              <a:rPr lang="zh-CN" altLang="en-US">
                <a:ea typeface="宋体" pitchFamily="2" charset="-122"/>
              </a:rPr>
              <a:pPr>
                <a:defRPr/>
              </a:pPr>
              <a:t>2021/12/23</a:t>
            </a:fld>
            <a:endParaRPr lang="zh-CN" altLang="en-US">
              <a:ea typeface="宋体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7541092-AB3D-450A-B768-00A8A7CC850A}" type="slidenum">
              <a:rPr lang="en-US" altLang="zh-CN">
                <a:ea typeface="宋体" pitchFamily="2" charset="-122"/>
              </a:rPr>
              <a:pPr>
                <a:defRPr/>
              </a:pPr>
              <a:t>‹#›</a:t>
            </a:fld>
            <a:endParaRPr lang="en-US" altLang="zh-CN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621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2" b="82545"/>
          <a:stretch>
            <a:fillRect/>
          </a:stretch>
        </p:blipFill>
        <p:spPr bwMode="auto">
          <a:xfrm>
            <a:off x="1588" y="0"/>
            <a:ext cx="91424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 flipV="1">
            <a:off x="0" y="904875"/>
            <a:ext cx="5219700" cy="476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472" y="142852"/>
            <a:ext cx="2000264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传热学</a:t>
            </a:r>
          </a:p>
        </p:txBody>
      </p:sp>
      <p:cxnSp>
        <p:nvCxnSpPr>
          <p:cNvPr id="24" name="直接连接符 23"/>
          <p:cNvCxnSpPr/>
          <p:nvPr/>
        </p:nvCxnSpPr>
        <p:spPr>
          <a:xfrm rot="5400000">
            <a:off x="5076032" y="904081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rot="5400000">
            <a:off x="5130007" y="904081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0" name="TextBox 13"/>
          <p:cNvSpPr txBox="1">
            <a:spLocks noChangeArrowheads="1"/>
          </p:cNvSpPr>
          <p:nvPr/>
        </p:nvSpPr>
        <p:spPr bwMode="auto">
          <a:xfrm>
            <a:off x="5081588" y="660400"/>
            <a:ext cx="2281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绪  论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234238" y="887413"/>
            <a:ext cx="190658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5400000">
            <a:off x="7128669" y="891381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rot="5400000">
            <a:off x="7073107" y="891381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83568" y="1196752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9.5 </a:t>
            </a:r>
            <a:endParaRPr lang="zh-CN" altLang="en-US" dirty="0"/>
          </a:p>
        </p:txBody>
      </p:sp>
      <p:pic>
        <p:nvPicPr>
          <p:cNvPr id="101429" name="Picture 5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96752"/>
            <a:ext cx="4320480" cy="5452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49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2" b="82545"/>
          <a:stretch>
            <a:fillRect/>
          </a:stretch>
        </p:blipFill>
        <p:spPr bwMode="auto">
          <a:xfrm>
            <a:off x="1588" y="0"/>
            <a:ext cx="91424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 flipV="1">
            <a:off x="0" y="904875"/>
            <a:ext cx="5219700" cy="476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9"/>
          <p:cNvGrpSpPr>
            <a:grpSpLocks noChangeAspect="1"/>
          </p:cNvGrpSpPr>
          <p:nvPr/>
        </p:nvGrpSpPr>
        <p:grpSpPr bwMode="auto">
          <a:xfrm>
            <a:off x="5572125" y="6072188"/>
            <a:ext cx="2946400" cy="720725"/>
            <a:chOff x="4857752" y="6000768"/>
            <a:chExt cx="2504982" cy="612000"/>
          </a:xfrm>
        </p:grpSpPr>
        <p:pic>
          <p:nvPicPr>
            <p:cNvPr id="17428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9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TextBox 11"/>
          <p:cNvSpPr txBox="1"/>
          <p:nvPr/>
        </p:nvSpPr>
        <p:spPr>
          <a:xfrm>
            <a:off x="571472" y="142852"/>
            <a:ext cx="2000264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传热学</a:t>
            </a:r>
          </a:p>
        </p:txBody>
      </p:sp>
      <p:cxnSp>
        <p:nvCxnSpPr>
          <p:cNvPr id="24" name="直接连接符 23"/>
          <p:cNvCxnSpPr/>
          <p:nvPr/>
        </p:nvCxnSpPr>
        <p:spPr>
          <a:xfrm rot="5400000">
            <a:off x="5076032" y="904081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rot="5400000">
            <a:off x="5130007" y="904081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0" name="TextBox 13"/>
          <p:cNvSpPr txBox="1">
            <a:spLocks noChangeArrowheads="1"/>
          </p:cNvSpPr>
          <p:nvPr/>
        </p:nvSpPr>
        <p:spPr bwMode="auto">
          <a:xfrm>
            <a:off x="5081588" y="660400"/>
            <a:ext cx="2281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绪  论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234238" y="887413"/>
            <a:ext cx="190658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5400000">
            <a:off x="7128669" y="891381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rot="5400000">
            <a:off x="7073107" y="891381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83568" y="1196752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9.7 </a:t>
            </a:r>
            <a:endParaRPr lang="zh-CN" altLang="en-US" dirty="0"/>
          </a:p>
        </p:txBody>
      </p:sp>
      <p:pic>
        <p:nvPicPr>
          <p:cNvPr id="26" name="图片 25"/>
          <p:cNvPicPr/>
          <p:nvPr/>
        </p:nvPicPr>
        <p:blipFill rotWithShape="1">
          <a:blip r:embed="rId5"/>
          <a:srcRect t="19041"/>
          <a:stretch/>
        </p:blipFill>
        <p:spPr>
          <a:xfrm>
            <a:off x="1403648" y="1628800"/>
            <a:ext cx="519080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98899"/>
      </p:ext>
    </p:extLst>
  </p:cSld>
  <p:clrMapOvr>
    <a:masterClrMapping/>
  </p:clrMapOvr>
</p:sld>
</file>

<file path=ppt/theme/theme1.xml><?xml version="1.0" encoding="utf-8"?>
<a:theme xmlns:a="http://schemas.openxmlformats.org/drawingml/2006/main" name="swjtu 建环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6471</TotalTime>
  <Words>8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黑体</vt:lpstr>
      <vt:lpstr>微软雅黑</vt:lpstr>
      <vt:lpstr>Arial</vt:lpstr>
      <vt:lpstr>Calibri</vt:lpstr>
      <vt:lpstr>Times New Roman</vt:lpstr>
      <vt:lpstr>swjtu 建环</vt:lpstr>
      <vt:lpstr>1_Office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ThinkPad</dc:creator>
  <cp:lastModifiedBy>胡 玥</cp:lastModifiedBy>
  <cp:revision>780</cp:revision>
  <dcterms:created xsi:type="dcterms:W3CDTF">2013-08-29T08:41:10Z</dcterms:created>
  <dcterms:modified xsi:type="dcterms:W3CDTF">2021-12-23T02:47:25Z</dcterms:modified>
</cp:coreProperties>
</file>