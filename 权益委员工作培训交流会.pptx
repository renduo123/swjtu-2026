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8"/>
  </p:handoutMasterIdLst>
  <p:sldIdLst>
    <p:sldId id="304" r:id="rId3"/>
    <p:sldId id="256" r:id="rId4"/>
    <p:sldId id="257" r:id="rId6"/>
    <p:sldId id="258" r:id="rId7"/>
    <p:sldId id="259" r:id="rId8"/>
    <p:sldId id="279" r:id="rId9"/>
    <p:sldId id="260" r:id="rId10"/>
    <p:sldId id="280" r:id="rId11"/>
    <p:sldId id="298" r:id="rId12"/>
    <p:sldId id="264" r:id="rId13"/>
    <p:sldId id="299" r:id="rId14"/>
    <p:sldId id="272" r:id="rId15"/>
    <p:sldId id="300" r:id="rId16"/>
    <p:sldId id="278" r:id="rId17"/>
  </p:sldIdLst>
  <p:sldSz cx="11518900" cy="6480175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AE57"/>
    <a:srgbClr val="C88908"/>
    <a:srgbClr val="E7BA22"/>
    <a:srgbClr val="DBA87E"/>
    <a:srgbClr val="E2DF69"/>
    <a:srgbClr val="DAB96E"/>
    <a:srgbClr val="262626"/>
    <a:srgbClr val="F1CD65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1884" y="-786"/>
      </p:cViewPr>
      <p:guideLst>
        <p:guide orient="horz" pos="2182"/>
        <p:guide pos="28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5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29" y="2130577"/>
            <a:ext cx="7772715" cy="14701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57" y="3886476"/>
            <a:ext cx="6401059" cy="17527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Picture 2" descr="D:\Aotuman\ppt\图片\黑色背景大图\20100517_49d78c49b1723772f779TCtjnZYVVBKc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1960"/>
            <a:ext cx="11518900" cy="719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549" y="-461054"/>
            <a:ext cx="12229999" cy="7402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43" y="4407214"/>
            <a:ext cx="7772715" cy="13621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43" y="2906919"/>
            <a:ext cx="7772715" cy="150029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20" y="1600314"/>
            <a:ext cx="4038763" cy="45262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388" y="1600314"/>
            <a:ext cx="4038763" cy="45262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19" y="1535223"/>
            <a:ext cx="4040352" cy="639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19" y="2175029"/>
            <a:ext cx="4040352" cy="39515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14" y="1535223"/>
            <a:ext cx="4041939" cy="639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14" y="2175029"/>
            <a:ext cx="4041939" cy="39515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20" y="273070"/>
            <a:ext cx="3008435" cy="116213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196" y="273070"/>
            <a:ext cx="5111957" cy="58535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20" y="1435203"/>
            <a:ext cx="3008435" cy="46913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2565" indent="0">
              <a:buNone/>
              <a:defRPr sz="900"/>
            </a:lvl7pPr>
            <a:lvl8pPr marL="3199765" indent="0">
              <a:buNone/>
              <a:defRPr sz="900"/>
            </a:lvl8pPr>
            <a:lvl9pPr marL="3656965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362" y="4800941"/>
            <a:ext cx="5486622" cy="56677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362" y="612819"/>
            <a:ext cx="5486622" cy="41150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2565" indent="0">
              <a:buNone/>
              <a:defRPr sz="2000"/>
            </a:lvl7pPr>
            <a:lvl8pPr marL="3199765" indent="0">
              <a:buNone/>
              <a:defRPr sz="2000"/>
            </a:lvl8pPr>
            <a:lvl9pPr marL="3656965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362" y="5367720"/>
            <a:ext cx="5486622" cy="804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2565" indent="0">
              <a:buNone/>
              <a:defRPr sz="900"/>
            </a:lvl7pPr>
            <a:lvl8pPr marL="3199765" indent="0">
              <a:buNone/>
              <a:defRPr sz="900"/>
            </a:lvl8pPr>
            <a:lvl9pPr marL="3656965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669" y="274659"/>
            <a:ext cx="2057483" cy="585194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19" y="274659"/>
            <a:ext cx="6020044" cy="585194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20" y="274658"/>
            <a:ext cx="8229933" cy="1143081"/>
          </a:xfrm>
          <a:prstGeom prst="rect">
            <a:avLst/>
          </a:prstGeom>
        </p:spPr>
        <p:txBody>
          <a:bodyPr vert="horz" lIns="91429" tIns="45714" rIns="91429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20" y="1600314"/>
            <a:ext cx="8229933" cy="4526284"/>
          </a:xfrm>
          <a:prstGeom prst="rect">
            <a:avLst/>
          </a:prstGeom>
        </p:spPr>
        <p:txBody>
          <a:bodyPr vert="horz" lIns="91429" tIns="45714" rIns="91429" bIns="457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19" y="6356802"/>
            <a:ext cx="2133686" cy="365151"/>
          </a:xfrm>
          <a:prstGeom prst="rect">
            <a:avLst/>
          </a:prstGeom>
        </p:spPr>
        <p:txBody>
          <a:bodyPr vert="horz" lIns="91429" tIns="45714" rIns="91429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327" y="6356802"/>
            <a:ext cx="2895717" cy="365151"/>
          </a:xfrm>
          <a:prstGeom prst="rect">
            <a:avLst/>
          </a:prstGeom>
        </p:spPr>
        <p:txBody>
          <a:bodyPr vert="horz" lIns="91429" tIns="45714" rIns="91429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466" y="6356802"/>
            <a:ext cx="2133686" cy="365151"/>
          </a:xfrm>
          <a:prstGeom prst="rect">
            <a:avLst/>
          </a:prstGeom>
        </p:spPr>
        <p:txBody>
          <a:bodyPr vert="horz" lIns="91429" tIns="45714" rIns="91429" bIns="4571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26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115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796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7965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7965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796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796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796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796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8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Relationship Id="rId3" Type="http://schemas.openxmlformats.org/officeDocument/2006/relationships/image" Target="../media/image13.jpeg"/><Relationship Id="rId2" Type="http://schemas.microsoft.com/office/2007/relationships/hdphoto" Target="../media/image12.wdp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EC3E64084C9621FE41D99DA14A03918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50290" y="1174115"/>
            <a:ext cx="3517265" cy="35172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57325" y="4863465"/>
            <a:ext cx="269303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/>
              <a:t>签到表</a:t>
            </a:r>
            <a:endParaRPr lang="zh-CN" altLang="en-US" sz="3600"/>
          </a:p>
          <a:p>
            <a:pPr algn="ctr"/>
            <a:r>
              <a:rPr lang="zh-CN" altLang="en-US" sz="2800"/>
              <a:t>请扫码登记</a:t>
            </a:r>
            <a:endParaRPr lang="zh-CN" altLang="en-US" sz="2800"/>
          </a:p>
        </p:txBody>
      </p:sp>
      <p:pic>
        <p:nvPicPr>
          <p:cNvPr id="6" name="图片 5" descr="QQ图片202011161342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285" y="850900"/>
            <a:ext cx="5194300" cy="38404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086600" y="4863465"/>
            <a:ext cx="269303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/>
              <a:t>座位</a:t>
            </a:r>
            <a:r>
              <a:rPr lang="zh-CN" altLang="en-US" sz="3600"/>
              <a:t>表</a:t>
            </a:r>
            <a:endParaRPr lang="zh-CN" altLang="en-US" sz="3600"/>
          </a:p>
          <a:p>
            <a:pPr algn="ctr"/>
            <a:endParaRPr lang="zh-CN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>
            <a:spLocks noChangeAspect="1"/>
          </p:cNvSpPr>
          <p:nvPr/>
        </p:nvSpPr>
        <p:spPr>
          <a:xfrm>
            <a:off x="4118425" y="804001"/>
            <a:ext cx="3348000" cy="3348000"/>
          </a:xfrm>
          <a:prstGeom prst="ellipse">
            <a:avLst/>
          </a:prstGeom>
          <a:solidFill>
            <a:srgbClr val="E4AE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>
            <a:spLocks noChangeAspect="1"/>
          </p:cNvSpPr>
          <p:nvPr/>
        </p:nvSpPr>
        <p:spPr>
          <a:xfrm>
            <a:off x="3938424" y="624001"/>
            <a:ext cx="3708000" cy="3708000"/>
          </a:xfrm>
          <a:prstGeom prst="ellipse">
            <a:avLst/>
          </a:prstGeom>
          <a:noFill/>
          <a:ln>
            <a:solidFill>
              <a:srgbClr val="DAB96E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DAB96E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8" name="TextBox 1"/>
          <p:cNvSpPr txBox="1"/>
          <p:nvPr/>
        </p:nvSpPr>
        <p:spPr>
          <a:xfrm>
            <a:off x="4501114" y="1534844"/>
            <a:ext cx="2583180" cy="537210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/>
            <a:r>
              <a:rPr lang="en-US" altLang="zh-CN" sz="3200" dirty="0">
                <a:latin typeface="+mj-lt"/>
                <a:cs typeface="微软雅黑" panose="020B0503020204020204" pitchFamily="18" charset="-122"/>
              </a:rPr>
              <a:t>2020-2021</a:t>
            </a:r>
            <a:r>
              <a:rPr lang="zh-CN" altLang="en-US" sz="3200" dirty="0">
                <a:latin typeface="+mj-lt"/>
                <a:cs typeface="微软雅黑" panose="020B0503020204020204" pitchFamily="18" charset="-122"/>
              </a:rPr>
              <a:t>学年</a:t>
            </a:r>
            <a:endParaRPr lang="zh-CN" altLang="en-US" sz="3200" dirty="0">
              <a:latin typeface="+mj-lt"/>
              <a:cs typeface="微软雅黑" panose="020B0503020204020204" pitchFamily="18" charset="-122"/>
            </a:endParaRPr>
          </a:p>
        </p:txBody>
      </p:sp>
      <p:sp>
        <p:nvSpPr>
          <p:cNvPr id="65" name="等腰三角形 64"/>
          <p:cNvSpPr/>
          <p:nvPr/>
        </p:nvSpPr>
        <p:spPr>
          <a:xfrm rot="18780000">
            <a:off x="8426450" y="3552920"/>
            <a:ext cx="718185" cy="725170"/>
          </a:xfrm>
          <a:prstGeom prst="triangle">
            <a:avLst/>
          </a:prstGeom>
          <a:solidFill>
            <a:srgbClr val="DAB96E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67" name="等腰三角形 66"/>
          <p:cNvSpPr/>
          <p:nvPr/>
        </p:nvSpPr>
        <p:spPr>
          <a:xfrm rot="18720000">
            <a:off x="8871313" y="5075560"/>
            <a:ext cx="507365" cy="512445"/>
          </a:xfrm>
          <a:prstGeom prst="triangle">
            <a:avLst/>
          </a:prstGeom>
          <a:solidFill>
            <a:srgbClr val="DAB96E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68" name="等腰三角形 67"/>
          <p:cNvSpPr/>
          <p:nvPr/>
        </p:nvSpPr>
        <p:spPr>
          <a:xfrm rot="18900000">
            <a:off x="9572353" y="4082420"/>
            <a:ext cx="1108075" cy="1118235"/>
          </a:xfrm>
          <a:prstGeom prst="triangle">
            <a:avLst/>
          </a:prstGeom>
          <a:solidFill>
            <a:srgbClr val="DAB96E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 rot="18600000">
            <a:off x="10508977" y="5883280"/>
            <a:ext cx="492125" cy="497205"/>
          </a:xfrm>
          <a:prstGeom prst="triangle">
            <a:avLst/>
          </a:prstGeom>
          <a:solidFill>
            <a:srgbClr val="DAB96E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70" name="等腰三角形 69"/>
          <p:cNvSpPr/>
          <p:nvPr/>
        </p:nvSpPr>
        <p:spPr>
          <a:xfrm rot="7140000">
            <a:off x="939800" y="483871"/>
            <a:ext cx="816610" cy="824230"/>
          </a:xfrm>
          <a:prstGeom prst="triangle">
            <a:avLst/>
          </a:prstGeom>
          <a:solidFill>
            <a:srgbClr val="DAB96E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/>
          <p:cNvSpPr/>
          <p:nvPr/>
        </p:nvSpPr>
        <p:spPr>
          <a:xfrm rot="7260000">
            <a:off x="1590040" y="1787526"/>
            <a:ext cx="528320" cy="533400"/>
          </a:xfrm>
          <a:prstGeom prst="triangle">
            <a:avLst/>
          </a:prstGeom>
          <a:solidFill>
            <a:srgbClr val="DAB96E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7620000">
            <a:off x="2682876" y="1486536"/>
            <a:ext cx="563880" cy="652145"/>
          </a:xfrm>
          <a:prstGeom prst="triangle">
            <a:avLst/>
          </a:prstGeom>
          <a:solidFill>
            <a:srgbClr val="DAB96E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1"/>
          <p:cNvSpPr txBox="1"/>
          <p:nvPr/>
        </p:nvSpPr>
        <p:spPr>
          <a:xfrm>
            <a:off x="1787537" y="3854267"/>
            <a:ext cx="7944110" cy="2260600"/>
          </a:xfrm>
          <a:prstGeom prst="rect">
            <a:avLst/>
          </a:prstGeom>
          <a:noFill/>
        </p:spPr>
        <p:txBody>
          <a:bodyPr wrap="square" lIns="0" tIns="0" rIns="0" bIns="45714" rtlCol="0">
            <a:spAutoFit/>
          </a:bodyPr>
          <a:lstStyle/>
          <a:p>
            <a:pPr algn="ctr" defTabSz="0"/>
            <a:endParaRPr lang="en-US" altLang="zh-CN" sz="2400" dirty="0">
              <a:solidFill>
                <a:srgbClr val="DAB96E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algn="ctr" defTabSz="0"/>
            <a:endParaRPr lang="en-US" altLang="zh-CN" sz="2800" dirty="0">
              <a:solidFill>
                <a:srgbClr val="DAB96E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algn="ctr" defTabSz="0"/>
            <a:endParaRPr lang="en-US" altLang="zh-CN" sz="2800" dirty="0">
              <a:solidFill>
                <a:srgbClr val="DAB96E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algn="ctr" defTabSz="0"/>
            <a:r>
              <a:rPr lang="zh-CN" altLang="en-US" sz="3200" dirty="0">
                <a:solidFill>
                  <a:srgbClr val="E4AE5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机械工程学院学生会权益部 王俊仪</a:t>
            </a:r>
            <a:endParaRPr lang="zh-CN" altLang="en-US" sz="3200" dirty="0">
              <a:solidFill>
                <a:srgbClr val="E4AE57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algn="ctr" defTabSz="0"/>
            <a:r>
              <a:rPr lang="zh-CN" altLang="en-US" sz="3200" dirty="0">
                <a:solidFill>
                  <a:srgbClr val="E4AE5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                     </a:t>
            </a:r>
            <a:r>
              <a:rPr lang="en-US" altLang="zh-CN" sz="3200" dirty="0">
                <a:solidFill>
                  <a:srgbClr val="E4AE5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2020</a:t>
            </a:r>
            <a:r>
              <a:rPr lang="zh-CN" altLang="en-US" sz="3200" dirty="0">
                <a:solidFill>
                  <a:srgbClr val="E4AE5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年</a:t>
            </a:r>
            <a:r>
              <a:rPr lang="en-US" altLang="zh-CN" sz="3200" dirty="0">
                <a:solidFill>
                  <a:srgbClr val="E4AE5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11</a:t>
            </a:r>
            <a:r>
              <a:rPr lang="zh-CN" altLang="en-US" sz="3200" dirty="0">
                <a:solidFill>
                  <a:srgbClr val="E4AE5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月</a:t>
            </a:r>
            <a:endParaRPr lang="zh-CN" altLang="en-US" sz="3200" dirty="0">
              <a:solidFill>
                <a:srgbClr val="E4AE57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59910" y="2072005"/>
            <a:ext cx="27984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/>
              <a:t>机械工程学院</a:t>
            </a:r>
            <a:endParaRPr lang="zh-CN" altLang="en-US" sz="3200"/>
          </a:p>
          <a:p>
            <a:pPr algn="ctr"/>
            <a:r>
              <a:rPr lang="zh-CN" altLang="en-US" sz="3200" b="1"/>
              <a:t>权益</a:t>
            </a:r>
            <a:r>
              <a:rPr lang="zh-CN" altLang="en-US" sz="3200"/>
              <a:t>生活委员工作培训会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Tm="10109">
        <p14:vortex dir="r"/>
      </p:transition>
    </mc:Choice>
    <mc:Fallback>
      <p:transition spd="slow" advTm="1010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8" grpId="0"/>
      <p:bldP spid="65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31" grpId="0"/>
      <p:bldP spid="3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ChangeAspect="1"/>
          </p:cNvSpPr>
          <p:nvPr/>
        </p:nvSpPr>
        <p:spPr>
          <a:xfrm>
            <a:off x="1107440" y="2822575"/>
            <a:ext cx="1728000" cy="1575212"/>
          </a:xfrm>
          <a:prstGeom prst="rect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/>
        </p:nvSpPr>
        <p:spPr>
          <a:xfrm>
            <a:off x="3731260" y="2822575"/>
            <a:ext cx="1728000" cy="1575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/>
        </p:nvSpPr>
        <p:spPr>
          <a:xfrm>
            <a:off x="6218555" y="2822575"/>
            <a:ext cx="1728000" cy="1575212"/>
          </a:xfrm>
          <a:prstGeom prst="rect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>
            <a:spLocks noChangeAspect="1"/>
          </p:cNvSpPr>
          <p:nvPr/>
        </p:nvSpPr>
        <p:spPr>
          <a:xfrm>
            <a:off x="8685848" y="2822575"/>
            <a:ext cx="1728000" cy="1575212"/>
          </a:xfrm>
          <a:prstGeom prst="rect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6603368" y="1507119"/>
            <a:ext cx="3965524" cy="0"/>
          </a:xfrm>
          <a:custGeom>
            <a:avLst/>
            <a:gdLst>
              <a:gd name="connsiteX0" fmla="*/ 0 w 3965524"/>
              <a:gd name="connsiteY0" fmla="*/ 0 h 0"/>
              <a:gd name="connsiteX1" fmla="*/ 3965523 w 3965524"/>
              <a:gd name="connsiteY1" fmla="*/ 0 h 0"/>
              <a:gd name="connsiteX2" fmla="*/ 0 w 3965524"/>
              <a:gd name="connsiteY2" fmla="*/ 0 h 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3965524">
                <a:moveTo>
                  <a:pt x="0" y="0"/>
                </a:moveTo>
                <a:lnTo>
                  <a:pt x="3965523" y="0"/>
                </a:lnTo>
                <a:lnTo>
                  <a:pt x="0" y="0"/>
                </a:lnTo>
              </a:path>
            </a:pathLst>
          </a:custGeom>
          <a:solidFill>
            <a:srgbClr val="DAB96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"/>
          <p:cNvSpPr txBox="1"/>
          <p:nvPr/>
        </p:nvSpPr>
        <p:spPr>
          <a:xfrm>
            <a:off x="5089770" y="930323"/>
            <a:ext cx="1538883" cy="969496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>
              <a:tabLst>
                <a:tab pos="139065" algn="l"/>
              </a:tabLst>
            </a:pPr>
            <a:r>
              <a:rPr lang="zh-CN" altLang="en-US" sz="6000" dirty="0">
                <a:solidFill>
                  <a:srgbClr val="DAB96E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目录</a:t>
            </a:r>
            <a:endParaRPr lang="en-US" altLang="zh-CN" sz="6000" dirty="0">
              <a:solidFill>
                <a:srgbClr val="DAB96E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4174890" y="3909290"/>
            <a:ext cx="914400" cy="32194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>
              <a:tabLst>
                <a:tab pos="494665" algn="l"/>
              </a:tabLst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  <a:sym typeface="+mn-ea"/>
              </a:rPr>
              <a:t>部门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  <a:sym typeface="+mn-ea"/>
              </a:rPr>
              <a:t>介绍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  <a:sym typeface="+mn-ea"/>
            </a:endParaRPr>
          </a:p>
        </p:txBody>
      </p:sp>
      <p:sp>
        <p:nvSpPr>
          <p:cNvPr id="13" name="TextBox 1"/>
          <p:cNvSpPr txBox="1"/>
          <p:nvPr/>
        </p:nvSpPr>
        <p:spPr>
          <a:xfrm>
            <a:off x="7200030" y="3909290"/>
            <a:ext cx="127000" cy="32194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>
              <a:tabLst>
                <a:tab pos="494665" algn="l"/>
              </a:tabLst>
            </a:pPr>
            <a:endParaRPr lang="en-US" altLang="zh-CN" dirty="0" smtClean="0">
              <a:solidFill>
                <a:schemeClr val="tx1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  <a:sym typeface="+mn-ea"/>
            </a:endParaRPr>
          </a:p>
        </p:txBody>
      </p:sp>
      <p:sp>
        <p:nvSpPr>
          <p:cNvPr id="14" name="TextBox 1"/>
          <p:cNvSpPr txBox="1"/>
          <p:nvPr/>
        </p:nvSpPr>
        <p:spPr>
          <a:xfrm>
            <a:off x="9093282" y="3909290"/>
            <a:ext cx="914400" cy="32194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>
              <a:tabLst>
                <a:tab pos="494665" algn="l"/>
              </a:tabLst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  <a:sym typeface="+mn-ea"/>
              </a:rPr>
              <a:t>大会详述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  <a:sym typeface="+mn-ea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1830470" y="2375130"/>
            <a:ext cx="284727" cy="385456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>
              <a:lnSpc>
                <a:spcPts val="2600"/>
              </a:lnSpc>
              <a:tabLst>
                <a:tab pos="494665" algn="l"/>
              </a:tabLst>
            </a:pPr>
            <a:r>
              <a:rPr lang="en-US" altLang="zh-CN" b="1" dirty="0" smtClean="0">
                <a:solidFill>
                  <a:srgbClr val="DAB96E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  <a:sym typeface="+mn-ea"/>
              </a:rPr>
              <a:t>01</a:t>
            </a:r>
            <a:endParaRPr lang="en-US" altLang="zh-CN" b="1" dirty="0" smtClean="0">
              <a:solidFill>
                <a:srgbClr val="DAB96E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  <a:sym typeface="+mn-ea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6713620" y="3828010"/>
            <a:ext cx="914400" cy="32194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>
              <a:tabLst>
                <a:tab pos="494665" algn="l"/>
              </a:tabLst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</a:rPr>
              <a:t>工作职责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23" name="TextBox 1"/>
          <p:cNvSpPr txBox="1"/>
          <p:nvPr/>
        </p:nvSpPr>
        <p:spPr>
          <a:xfrm>
            <a:off x="4453020" y="2368145"/>
            <a:ext cx="284727" cy="385456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>
              <a:lnSpc>
                <a:spcPts val="2600"/>
              </a:lnSpc>
              <a:tabLst>
                <a:tab pos="494665" algn="l"/>
              </a:tabLst>
            </a:pPr>
            <a:r>
              <a:rPr lang="en-US" altLang="zh-CN" b="1" dirty="0" smtClean="0">
                <a:solidFill>
                  <a:srgbClr val="DAB96E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  <a:sym typeface="+mn-ea"/>
              </a:rPr>
              <a:t>02</a:t>
            </a:r>
            <a:endParaRPr lang="en-US" altLang="zh-CN" b="1" dirty="0" smtClean="0">
              <a:solidFill>
                <a:srgbClr val="DAB96E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  <a:sym typeface="+mn-ea"/>
            </a:endParaRPr>
          </a:p>
        </p:txBody>
      </p:sp>
      <p:sp>
        <p:nvSpPr>
          <p:cNvPr id="24" name="TextBox 1"/>
          <p:cNvSpPr txBox="1"/>
          <p:nvPr/>
        </p:nvSpPr>
        <p:spPr>
          <a:xfrm>
            <a:off x="6911740" y="2375130"/>
            <a:ext cx="284727" cy="385456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>
              <a:lnSpc>
                <a:spcPts val="2600"/>
              </a:lnSpc>
              <a:tabLst>
                <a:tab pos="494665" algn="l"/>
              </a:tabLst>
            </a:pPr>
            <a:r>
              <a:rPr lang="en-US" altLang="zh-CN" b="1" dirty="0" smtClean="0">
                <a:solidFill>
                  <a:srgbClr val="DAB96E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  <a:sym typeface="+mn-ea"/>
              </a:rPr>
              <a:t>03</a:t>
            </a:r>
            <a:endParaRPr lang="en-US" altLang="zh-CN" b="1" dirty="0" smtClean="0">
              <a:solidFill>
                <a:srgbClr val="DAB96E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  <a:sym typeface="+mn-ea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9408877" y="2375130"/>
            <a:ext cx="281940" cy="378460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>
              <a:lnSpc>
                <a:spcPts val="2600"/>
              </a:lnSpc>
              <a:tabLst>
                <a:tab pos="494665" algn="l"/>
              </a:tabLst>
            </a:pPr>
            <a:r>
              <a:rPr lang="en-US" altLang="zh-CN" b="1" dirty="0" smtClean="0">
                <a:solidFill>
                  <a:srgbClr val="DAB96E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  <a:sym typeface="+mn-ea"/>
              </a:rPr>
              <a:t>04</a:t>
            </a:r>
            <a:endParaRPr lang="en-US" altLang="zh-CN" b="1" dirty="0" smtClean="0">
              <a:solidFill>
                <a:srgbClr val="DAB96E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  <a:sym typeface="+mn-ea"/>
            </a:endParaRPr>
          </a:p>
        </p:txBody>
      </p:sp>
      <p:sp>
        <p:nvSpPr>
          <p:cNvPr id="135" name="Freeform 196"/>
          <p:cNvSpPr/>
          <p:nvPr/>
        </p:nvSpPr>
        <p:spPr bwMode="auto">
          <a:xfrm>
            <a:off x="4313320" y="3199130"/>
            <a:ext cx="562610" cy="493395"/>
          </a:xfrm>
          <a:custGeom>
            <a:avLst/>
            <a:gdLst>
              <a:gd name="T0" fmla="*/ 57 w 81"/>
              <a:gd name="T1" fmla="*/ 69 h 71"/>
              <a:gd name="T2" fmla="*/ 39 w 81"/>
              <a:gd name="T3" fmla="*/ 55 h 71"/>
              <a:gd name="T4" fmla="*/ 37 w 81"/>
              <a:gd name="T5" fmla="*/ 48 h 71"/>
              <a:gd name="T6" fmla="*/ 44 w 81"/>
              <a:gd name="T7" fmla="*/ 36 h 71"/>
              <a:gd name="T8" fmla="*/ 45 w 81"/>
              <a:gd name="T9" fmla="*/ 36 h 71"/>
              <a:gd name="T10" fmla="*/ 46 w 81"/>
              <a:gd name="T11" fmla="*/ 30 h 71"/>
              <a:gd name="T12" fmla="*/ 46 w 81"/>
              <a:gd name="T13" fmla="*/ 27 h 71"/>
              <a:gd name="T14" fmla="*/ 47 w 81"/>
              <a:gd name="T15" fmla="*/ 18 h 71"/>
              <a:gd name="T16" fmla="*/ 38 w 81"/>
              <a:gd name="T17" fmla="*/ 9 h 71"/>
              <a:gd name="T18" fmla="*/ 29 w 81"/>
              <a:gd name="T19" fmla="*/ 6 h 71"/>
              <a:gd name="T20" fmla="*/ 16 w 81"/>
              <a:gd name="T21" fmla="*/ 14 h 71"/>
              <a:gd name="T22" fmla="*/ 16 w 81"/>
              <a:gd name="T23" fmla="*/ 27 h 71"/>
              <a:gd name="T24" fmla="*/ 16 w 81"/>
              <a:gd name="T25" fmla="*/ 30 h 71"/>
              <a:gd name="T26" fmla="*/ 16 w 81"/>
              <a:gd name="T27" fmla="*/ 33 h 71"/>
              <a:gd name="T28" fmla="*/ 18 w 81"/>
              <a:gd name="T29" fmla="*/ 36 h 71"/>
              <a:gd name="T30" fmla="*/ 24 w 81"/>
              <a:gd name="T31" fmla="*/ 46 h 71"/>
              <a:gd name="T32" fmla="*/ 26 w 81"/>
              <a:gd name="T33" fmla="*/ 50 h 71"/>
              <a:gd name="T34" fmla="*/ 9 w 81"/>
              <a:gd name="T35" fmla="*/ 61 h 71"/>
              <a:gd name="T36" fmla="*/ 0 w 81"/>
              <a:gd name="T37" fmla="*/ 69 h 71"/>
              <a:gd name="T38" fmla="*/ 20 w 81"/>
              <a:gd name="T39" fmla="*/ 51 h 71"/>
              <a:gd name="T40" fmla="*/ 14 w 81"/>
              <a:gd name="T41" fmla="*/ 40 h 71"/>
              <a:gd name="T42" fmla="*/ 14 w 81"/>
              <a:gd name="T43" fmla="*/ 40 h 71"/>
              <a:gd name="T44" fmla="*/ 10 w 81"/>
              <a:gd name="T45" fmla="*/ 21 h 71"/>
              <a:gd name="T46" fmla="*/ 29 w 81"/>
              <a:gd name="T47" fmla="*/ 0 h 71"/>
              <a:gd name="T48" fmla="*/ 48 w 81"/>
              <a:gd name="T49" fmla="*/ 8 h 71"/>
              <a:gd name="T50" fmla="*/ 56 w 81"/>
              <a:gd name="T51" fmla="*/ 12 h 71"/>
              <a:gd name="T52" fmla="*/ 73 w 81"/>
              <a:gd name="T53" fmla="*/ 26 h 71"/>
              <a:gd name="T54" fmla="*/ 73 w 81"/>
              <a:gd name="T55" fmla="*/ 41 h 71"/>
              <a:gd name="T56" fmla="*/ 65 w 81"/>
              <a:gd name="T57" fmla="*/ 53 h 71"/>
              <a:gd name="T58" fmla="*/ 77 w 81"/>
              <a:gd name="T59" fmla="*/ 59 h 71"/>
              <a:gd name="T60" fmla="*/ 76 w 81"/>
              <a:gd name="T61" fmla="*/ 69 h 71"/>
              <a:gd name="T62" fmla="*/ 66 w 81"/>
              <a:gd name="T63" fmla="*/ 59 h 71"/>
              <a:gd name="T64" fmla="*/ 61 w 81"/>
              <a:gd name="T65" fmla="*/ 50 h 71"/>
              <a:gd name="T66" fmla="*/ 66 w 81"/>
              <a:gd name="T67" fmla="*/ 41 h 71"/>
              <a:gd name="T68" fmla="*/ 67 w 81"/>
              <a:gd name="T69" fmla="*/ 39 h 71"/>
              <a:gd name="T70" fmla="*/ 67 w 81"/>
              <a:gd name="T71" fmla="*/ 31 h 71"/>
              <a:gd name="T72" fmla="*/ 63 w 81"/>
              <a:gd name="T73" fmla="*/ 20 h 71"/>
              <a:gd name="T74" fmla="*/ 59 w 81"/>
              <a:gd name="T75" fmla="*/ 18 h 71"/>
              <a:gd name="T76" fmla="*/ 55 w 81"/>
              <a:gd name="T77" fmla="*/ 17 h 71"/>
              <a:gd name="T78" fmla="*/ 52 w 81"/>
              <a:gd name="T79" fmla="*/ 17 h 71"/>
              <a:gd name="T80" fmla="*/ 48 w 81"/>
              <a:gd name="T81" fmla="*/ 40 h 71"/>
              <a:gd name="T82" fmla="*/ 48 w 81"/>
              <a:gd name="T83" fmla="*/ 40 h 71"/>
              <a:gd name="T84" fmla="*/ 42 w 81"/>
              <a:gd name="T85" fmla="*/ 50 h 71"/>
              <a:gd name="T86" fmla="*/ 43 w 81"/>
              <a:gd name="T87" fmla="*/ 51 h 71"/>
              <a:gd name="T88" fmla="*/ 62 w 81"/>
              <a:gd name="T89" fmla="*/ 69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1" h="71">
                <a:moveTo>
                  <a:pt x="62" y="69"/>
                </a:moveTo>
                <a:cubicBezTo>
                  <a:pt x="62" y="70"/>
                  <a:pt x="61" y="71"/>
                  <a:pt x="59" y="71"/>
                </a:cubicBezTo>
                <a:cubicBezTo>
                  <a:pt x="58" y="71"/>
                  <a:pt x="57" y="70"/>
                  <a:pt x="57" y="69"/>
                </a:cubicBezTo>
                <a:cubicBezTo>
                  <a:pt x="57" y="65"/>
                  <a:pt x="55" y="63"/>
                  <a:pt x="53" y="61"/>
                </a:cubicBezTo>
                <a:cubicBezTo>
                  <a:pt x="50" y="58"/>
                  <a:pt x="46" y="57"/>
                  <a:pt x="44" y="57"/>
                </a:cubicBezTo>
                <a:cubicBezTo>
                  <a:pt x="42" y="57"/>
                  <a:pt x="40" y="56"/>
                  <a:pt x="39" y="55"/>
                </a:cubicBezTo>
                <a:cubicBezTo>
                  <a:pt x="39" y="55"/>
                  <a:pt x="39" y="55"/>
                  <a:pt x="39" y="55"/>
                </a:cubicBezTo>
                <a:cubicBezTo>
                  <a:pt x="38" y="53"/>
                  <a:pt x="37" y="52"/>
                  <a:pt x="37" y="50"/>
                </a:cubicBezTo>
                <a:cubicBezTo>
                  <a:pt x="37" y="48"/>
                  <a:pt x="37" y="48"/>
                  <a:pt x="37" y="48"/>
                </a:cubicBezTo>
                <a:cubicBezTo>
                  <a:pt x="37" y="47"/>
                  <a:pt x="38" y="46"/>
                  <a:pt x="38" y="46"/>
                </a:cubicBezTo>
                <a:cubicBezTo>
                  <a:pt x="40" y="45"/>
                  <a:pt x="41" y="42"/>
                  <a:pt x="42" y="40"/>
                </a:cubicBezTo>
                <a:cubicBezTo>
                  <a:pt x="43" y="39"/>
                  <a:pt x="43" y="37"/>
                  <a:pt x="44" y="36"/>
                </a:cubicBezTo>
                <a:cubicBezTo>
                  <a:pt x="44" y="36"/>
                  <a:pt x="44" y="36"/>
                  <a:pt x="44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5"/>
                  <a:pt x="46" y="34"/>
                  <a:pt x="47" y="33"/>
                </a:cubicBezTo>
                <a:cubicBezTo>
                  <a:pt x="47" y="32"/>
                  <a:pt x="47" y="31"/>
                  <a:pt x="47" y="30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29"/>
                  <a:pt x="46" y="28"/>
                  <a:pt x="46" y="27"/>
                </a:cubicBezTo>
                <a:cubicBezTo>
                  <a:pt x="46" y="27"/>
                  <a:pt x="46" y="27"/>
                  <a:pt x="46" y="27"/>
                </a:cubicBezTo>
                <a:cubicBezTo>
                  <a:pt x="46" y="25"/>
                  <a:pt x="47" y="23"/>
                  <a:pt x="47" y="22"/>
                </a:cubicBezTo>
                <a:cubicBezTo>
                  <a:pt x="47" y="20"/>
                  <a:pt x="47" y="19"/>
                  <a:pt x="47" y="18"/>
                </a:cubicBezTo>
                <a:cubicBezTo>
                  <a:pt x="47" y="18"/>
                  <a:pt x="47" y="18"/>
                  <a:pt x="47" y="18"/>
                </a:cubicBezTo>
                <a:cubicBezTo>
                  <a:pt x="47" y="16"/>
                  <a:pt x="46" y="13"/>
                  <a:pt x="44" y="11"/>
                </a:cubicBezTo>
                <a:cubicBezTo>
                  <a:pt x="43" y="10"/>
                  <a:pt x="42" y="9"/>
                  <a:pt x="41" y="10"/>
                </a:cubicBezTo>
                <a:cubicBezTo>
                  <a:pt x="40" y="10"/>
                  <a:pt x="39" y="10"/>
                  <a:pt x="38" y="9"/>
                </a:cubicBezTo>
                <a:cubicBezTo>
                  <a:pt x="37" y="9"/>
                  <a:pt x="37" y="8"/>
                  <a:pt x="36" y="7"/>
                </a:cubicBezTo>
                <a:cubicBezTo>
                  <a:pt x="36" y="7"/>
                  <a:pt x="35" y="6"/>
                  <a:pt x="34" y="6"/>
                </a:cubicBezTo>
                <a:cubicBezTo>
                  <a:pt x="32" y="6"/>
                  <a:pt x="30" y="6"/>
                  <a:pt x="29" y="6"/>
                </a:cubicBezTo>
                <a:cubicBezTo>
                  <a:pt x="26" y="6"/>
                  <a:pt x="23" y="7"/>
                  <a:pt x="21" y="8"/>
                </a:cubicBezTo>
                <a:cubicBezTo>
                  <a:pt x="19" y="9"/>
                  <a:pt x="17" y="11"/>
                  <a:pt x="16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5" y="16"/>
                  <a:pt x="15" y="19"/>
                  <a:pt x="15" y="21"/>
                </a:cubicBezTo>
                <a:cubicBezTo>
                  <a:pt x="15" y="23"/>
                  <a:pt x="15" y="25"/>
                  <a:pt x="16" y="27"/>
                </a:cubicBezTo>
                <a:cubicBezTo>
                  <a:pt x="16" y="27"/>
                  <a:pt x="16" y="28"/>
                  <a:pt x="16" y="28"/>
                </a:cubicBezTo>
                <a:cubicBezTo>
                  <a:pt x="16" y="29"/>
                  <a:pt x="16" y="29"/>
                  <a:pt x="16" y="30"/>
                </a:cubicBezTo>
                <a:cubicBezTo>
                  <a:pt x="16" y="30"/>
                  <a:pt x="16" y="30"/>
                  <a:pt x="16" y="30"/>
                </a:cubicBezTo>
                <a:cubicBezTo>
                  <a:pt x="16" y="30"/>
                  <a:pt x="16" y="30"/>
                  <a:pt x="16" y="30"/>
                </a:cubicBezTo>
                <a:cubicBezTo>
                  <a:pt x="16" y="30"/>
                  <a:pt x="16" y="30"/>
                  <a:pt x="16" y="30"/>
                </a:cubicBezTo>
                <a:cubicBezTo>
                  <a:pt x="15" y="31"/>
                  <a:pt x="15" y="32"/>
                  <a:pt x="16" y="33"/>
                </a:cubicBezTo>
                <a:cubicBezTo>
                  <a:pt x="16" y="33"/>
                  <a:pt x="16" y="33"/>
                  <a:pt x="16" y="33"/>
                </a:cubicBezTo>
                <a:cubicBezTo>
                  <a:pt x="16" y="34"/>
                  <a:pt x="17" y="35"/>
                  <a:pt x="18" y="36"/>
                </a:cubicBezTo>
                <a:cubicBezTo>
                  <a:pt x="18" y="36"/>
                  <a:pt x="18" y="36"/>
                  <a:pt x="18" y="36"/>
                </a:cubicBezTo>
                <a:cubicBezTo>
                  <a:pt x="18" y="36"/>
                  <a:pt x="18" y="36"/>
                  <a:pt x="18" y="36"/>
                </a:cubicBezTo>
                <a:cubicBezTo>
                  <a:pt x="19" y="37"/>
                  <a:pt x="20" y="39"/>
                  <a:pt x="20" y="40"/>
                </a:cubicBezTo>
                <a:cubicBezTo>
                  <a:pt x="21" y="42"/>
                  <a:pt x="22" y="45"/>
                  <a:pt x="24" y="46"/>
                </a:cubicBezTo>
                <a:cubicBezTo>
                  <a:pt x="25" y="47"/>
                  <a:pt x="26" y="48"/>
                  <a:pt x="26" y="49"/>
                </a:cubicBezTo>
                <a:cubicBezTo>
                  <a:pt x="26" y="49"/>
                  <a:pt x="26" y="49"/>
                  <a:pt x="26" y="49"/>
                </a:cubicBezTo>
                <a:cubicBezTo>
                  <a:pt x="26" y="50"/>
                  <a:pt x="26" y="50"/>
                  <a:pt x="26" y="50"/>
                </a:cubicBezTo>
                <a:cubicBezTo>
                  <a:pt x="26" y="52"/>
                  <a:pt x="25" y="53"/>
                  <a:pt x="23" y="55"/>
                </a:cubicBezTo>
                <a:cubicBezTo>
                  <a:pt x="22" y="56"/>
                  <a:pt x="20" y="57"/>
                  <a:pt x="18" y="57"/>
                </a:cubicBezTo>
                <a:cubicBezTo>
                  <a:pt x="16" y="57"/>
                  <a:pt x="12" y="58"/>
                  <a:pt x="9" y="61"/>
                </a:cubicBezTo>
                <a:cubicBezTo>
                  <a:pt x="7" y="63"/>
                  <a:pt x="6" y="65"/>
                  <a:pt x="6" y="69"/>
                </a:cubicBezTo>
                <a:cubicBezTo>
                  <a:pt x="6" y="70"/>
                  <a:pt x="5" y="71"/>
                  <a:pt x="3" y="71"/>
                </a:cubicBezTo>
                <a:cubicBezTo>
                  <a:pt x="2" y="71"/>
                  <a:pt x="0" y="70"/>
                  <a:pt x="0" y="69"/>
                </a:cubicBezTo>
                <a:cubicBezTo>
                  <a:pt x="0" y="64"/>
                  <a:pt x="3" y="60"/>
                  <a:pt x="5" y="57"/>
                </a:cubicBezTo>
                <a:cubicBezTo>
                  <a:pt x="9" y="53"/>
                  <a:pt x="15" y="52"/>
                  <a:pt x="18" y="51"/>
                </a:cubicBezTo>
                <a:cubicBezTo>
                  <a:pt x="19" y="51"/>
                  <a:pt x="19" y="51"/>
                  <a:pt x="20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17" y="48"/>
                  <a:pt x="16" y="45"/>
                  <a:pt x="15" y="42"/>
                </a:cubicBezTo>
                <a:cubicBezTo>
                  <a:pt x="15" y="41"/>
                  <a:pt x="14" y="40"/>
                  <a:pt x="14" y="40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0"/>
                  <a:pt x="14" y="40"/>
                  <a:pt x="14" y="40"/>
                </a:cubicBezTo>
                <a:cubicBezTo>
                  <a:pt x="11" y="37"/>
                  <a:pt x="8" y="32"/>
                  <a:pt x="11" y="28"/>
                </a:cubicBezTo>
                <a:cubicBezTo>
                  <a:pt x="10" y="26"/>
                  <a:pt x="10" y="23"/>
                  <a:pt x="10" y="21"/>
                </a:cubicBezTo>
                <a:cubicBezTo>
                  <a:pt x="10" y="18"/>
                  <a:pt x="10" y="15"/>
                  <a:pt x="11" y="12"/>
                </a:cubicBezTo>
                <a:cubicBezTo>
                  <a:pt x="12" y="8"/>
                  <a:pt x="15" y="6"/>
                  <a:pt x="18" y="4"/>
                </a:cubicBezTo>
                <a:cubicBezTo>
                  <a:pt x="21" y="2"/>
                  <a:pt x="24" y="1"/>
                  <a:pt x="29" y="0"/>
                </a:cubicBezTo>
                <a:cubicBezTo>
                  <a:pt x="30" y="0"/>
                  <a:pt x="32" y="0"/>
                  <a:pt x="35" y="1"/>
                </a:cubicBezTo>
                <a:cubicBezTo>
                  <a:pt x="37" y="1"/>
                  <a:pt x="39" y="2"/>
                  <a:pt x="41" y="4"/>
                </a:cubicBezTo>
                <a:cubicBezTo>
                  <a:pt x="43" y="4"/>
                  <a:pt x="46" y="5"/>
                  <a:pt x="48" y="8"/>
                </a:cubicBezTo>
                <a:cubicBezTo>
                  <a:pt x="49" y="9"/>
                  <a:pt x="50" y="10"/>
                  <a:pt x="50" y="11"/>
                </a:cubicBezTo>
                <a:cubicBezTo>
                  <a:pt x="52" y="11"/>
                  <a:pt x="54" y="11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9" y="12"/>
                  <a:pt x="62" y="13"/>
                  <a:pt x="63" y="15"/>
                </a:cubicBezTo>
                <a:cubicBezTo>
                  <a:pt x="65" y="15"/>
                  <a:pt x="68" y="16"/>
                  <a:pt x="69" y="18"/>
                </a:cubicBezTo>
                <a:cubicBezTo>
                  <a:pt x="71" y="21"/>
                  <a:pt x="73" y="24"/>
                  <a:pt x="73" y="26"/>
                </a:cubicBezTo>
                <a:cubicBezTo>
                  <a:pt x="73" y="28"/>
                  <a:pt x="73" y="30"/>
                  <a:pt x="73" y="32"/>
                </a:cubicBezTo>
                <a:cubicBezTo>
                  <a:pt x="72" y="33"/>
                  <a:pt x="72" y="34"/>
                  <a:pt x="72" y="34"/>
                </a:cubicBezTo>
                <a:cubicBezTo>
                  <a:pt x="73" y="36"/>
                  <a:pt x="73" y="39"/>
                  <a:pt x="73" y="41"/>
                </a:cubicBezTo>
                <a:cubicBezTo>
                  <a:pt x="72" y="43"/>
                  <a:pt x="71" y="44"/>
                  <a:pt x="69" y="45"/>
                </a:cubicBezTo>
                <a:cubicBezTo>
                  <a:pt x="69" y="46"/>
                  <a:pt x="69" y="47"/>
                  <a:pt x="69" y="47"/>
                </a:cubicBezTo>
                <a:cubicBezTo>
                  <a:pt x="68" y="49"/>
                  <a:pt x="67" y="51"/>
                  <a:pt x="65" y="53"/>
                </a:cubicBezTo>
                <a:cubicBezTo>
                  <a:pt x="65" y="53"/>
                  <a:pt x="65" y="54"/>
                  <a:pt x="65" y="54"/>
                </a:cubicBezTo>
                <a:cubicBezTo>
                  <a:pt x="65" y="54"/>
                  <a:pt x="66" y="54"/>
                  <a:pt x="66" y="54"/>
                </a:cubicBezTo>
                <a:cubicBezTo>
                  <a:pt x="69" y="54"/>
                  <a:pt x="74" y="56"/>
                  <a:pt x="77" y="59"/>
                </a:cubicBezTo>
                <a:cubicBezTo>
                  <a:pt x="79" y="61"/>
                  <a:pt x="81" y="64"/>
                  <a:pt x="81" y="69"/>
                </a:cubicBezTo>
                <a:cubicBezTo>
                  <a:pt x="81" y="70"/>
                  <a:pt x="80" y="71"/>
                  <a:pt x="78" y="71"/>
                </a:cubicBezTo>
                <a:cubicBezTo>
                  <a:pt x="77" y="71"/>
                  <a:pt x="76" y="70"/>
                  <a:pt x="76" y="69"/>
                </a:cubicBezTo>
                <a:cubicBezTo>
                  <a:pt x="76" y="66"/>
                  <a:pt x="74" y="64"/>
                  <a:pt x="73" y="63"/>
                </a:cubicBezTo>
                <a:cubicBezTo>
                  <a:pt x="71" y="61"/>
                  <a:pt x="68" y="60"/>
                  <a:pt x="66" y="59"/>
                </a:cubicBezTo>
                <a:cubicBezTo>
                  <a:pt x="66" y="59"/>
                  <a:pt x="66" y="59"/>
                  <a:pt x="66" y="59"/>
                </a:cubicBezTo>
                <a:cubicBezTo>
                  <a:pt x="64" y="59"/>
                  <a:pt x="62" y="58"/>
                  <a:pt x="61" y="57"/>
                </a:cubicBezTo>
                <a:cubicBezTo>
                  <a:pt x="60" y="56"/>
                  <a:pt x="59" y="54"/>
                  <a:pt x="59" y="52"/>
                </a:cubicBezTo>
                <a:cubicBezTo>
                  <a:pt x="59" y="51"/>
                  <a:pt x="60" y="50"/>
                  <a:pt x="61" y="50"/>
                </a:cubicBezTo>
                <a:cubicBezTo>
                  <a:pt x="62" y="49"/>
                  <a:pt x="63" y="47"/>
                  <a:pt x="64" y="45"/>
                </a:cubicBezTo>
                <a:cubicBezTo>
                  <a:pt x="64" y="45"/>
                  <a:pt x="64" y="45"/>
                  <a:pt x="64" y="45"/>
                </a:cubicBezTo>
                <a:cubicBezTo>
                  <a:pt x="64" y="44"/>
                  <a:pt x="65" y="42"/>
                  <a:pt x="66" y="41"/>
                </a:cubicBezTo>
                <a:cubicBezTo>
                  <a:pt x="66" y="41"/>
                  <a:pt x="66" y="41"/>
                  <a:pt x="66" y="41"/>
                </a:cubicBezTo>
                <a:cubicBezTo>
                  <a:pt x="66" y="41"/>
                  <a:pt x="66" y="41"/>
                  <a:pt x="66" y="41"/>
                </a:cubicBezTo>
                <a:cubicBezTo>
                  <a:pt x="66" y="41"/>
                  <a:pt x="67" y="40"/>
                  <a:pt x="67" y="39"/>
                </a:cubicBezTo>
                <a:cubicBezTo>
                  <a:pt x="68" y="38"/>
                  <a:pt x="68" y="38"/>
                  <a:pt x="67" y="37"/>
                </a:cubicBezTo>
                <a:cubicBezTo>
                  <a:pt x="67" y="37"/>
                  <a:pt x="67" y="36"/>
                  <a:pt x="67" y="35"/>
                </a:cubicBezTo>
                <a:cubicBezTo>
                  <a:pt x="67" y="34"/>
                  <a:pt x="67" y="32"/>
                  <a:pt x="67" y="31"/>
                </a:cubicBezTo>
                <a:cubicBezTo>
                  <a:pt x="68" y="30"/>
                  <a:pt x="68" y="28"/>
                  <a:pt x="68" y="27"/>
                </a:cubicBezTo>
                <a:cubicBezTo>
                  <a:pt x="67" y="26"/>
                  <a:pt x="67" y="23"/>
                  <a:pt x="65" y="22"/>
                </a:cubicBezTo>
                <a:cubicBezTo>
                  <a:pt x="64" y="21"/>
                  <a:pt x="64" y="20"/>
                  <a:pt x="63" y="20"/>
                </a:cubicBezTo>
                <a:cubicBezTo>
                  <a:pt x="62" y="21"/>
                  <a:pt x="62" y="20"/>
                  <a:pt x="61" y="20"/>
                </a:cubicBezTo>
                <a:cubicBezTo>
                  <a:pt x="61" y="20"/>
                  <a:pt x="61" y="20"/>
                  <a:pt x="61" y="20"/>
                </a:cubicBezTo>
                <a:cubicBezTo>
                  <a:pt x="60" y="20"/>
                  <a:pt x="59" y="19"/>
                  <a:pt x="59" y="18"/>
                </a:cubicBezTo>
                <a:cubicBezTo>
                  <a:pt x="59" y="18"/>
                  <a:pt x="59" y="18"/>
                  <a:pt x="59" y="18"/>
                </a:cubicBezTo>
                <a:cubicBezTo>
                  <a:pt x="58" y="18"/>
                  <a:pt x="57" y="17"/>
                  <a:pt x="55" y="17"/>
                </a:cubicBezTo>
                <a:cubicBezTo>
                  <a:pt x="55" y="17"/>
                  <a:pt x="55" y="17"/>
                  <a:pt x="55" y="17"/>
                </a:cubicBezTo>
                <a:cubicBezTo>
                  <a:pt x="54" y="17"/>
                  <a:pt x="53" y="17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3" y="19"/>
                  <a:pt x="53" y="21"/>
                  <a:pt x="52" y="23"/>
                </a:cubicBezTo>
                <a:cubicBezTo>
                  <a:pt x="52" y="24"/>
                  <a:pt x="52" y="26"/>
                  <a:pt x="51" y="27"/>
                </a:cubicBezTo>
                <a:cubicBezTo>
                  <a:pt x="54" y="32"/>
                  <a:pt x="51" y="37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7" y="41"/>
                  <a:pt x="47" y="42"/>
                </a:cubicBezTo>
                <a:cubicBezTo>
                  <a:pt x="46" y="45"/>
                  <a:pt x="45" y="48"/>
                  <a:pt x="42" y="50"/>
                </a:cubicBezTo>
                <a:cubicBezTo>
                  <a:pt x="42" y="50"/>
                  <a:pt x="43" y="50"/>
                  <a:pt x="43" y="51"/>
                </a:cubicBezTo>
                <a:cubicBezTo>
                  <a:pt x="43" y="51"/>
                  <a:pt x="43" y="51"/>
                  <a:pt x="43" y="51"/>
                </a:cubicBezTo>
                <a:cubicBezTo>
                  <a:pt x="43" y="51"/>
                  <a:pt x="43" y="51"/>
                  <a:pt x="43" y="51"/>
                </a:cubicBezTo>
                <a:cubicBezTo>
                  <a:pt x="43" y="51"/>
                  <a:pt x="44" y="51"/>
                  <a:pt x="45" y="51"/>
                </a:cubicBezTo>
                <a:cubicBezTo>
                  <a:pt x="48" y="52"/>
                  <a:pt x="53" y="53"/>
                  <a:pt x="57" y="57"/>
                </a:cubicBezTo>
                <a:cubicBezTo>
                  <a:pt x="60" y="60"/>
                  <a:pt x="62" y="64"/>
                  <a:pt x="62" y="6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54" name="Freeform 24"/>
          <p:cNvSpPr>
            <a:spLocks noEditPoints="1"/>
          </p:cNvSpPr>
          <p:nvPr/>
        </p:nvSpPr>
        <p:spPr bwMode="auto">
          <a:xfrm>
            <a:off x="1738395" y="3199130"/>
            <a:ext cx="466090" cy="545465"/>
          </a:xfrm>
          <a:custGeom>
            <a:avLst/>
            <a:gdLst>
              <a:gd name="T0" fmla="*/ 12 w 60"/>
              <a:gd name="T1" fmla="*/ 42 h 70"/>
              <a:gd name="T2" fmla="*/ 17 w 60"/>
              <a:gd name="T3" fmla="*/ 42 h 70"/>
              <a:gd name="T4" fmla="*/ 14 w 60"/>
              <a:gd name="T5" fmla="*/ 50 h 70"/>
              <a:gd name="T6" fmla="*/ 12 w 60"/>
              <a:gd name="T7" fmla="*/ 53 h 70"/>
              <a:gd name="T8" fmla="*/ 17 w 60"/>
              <a:gd name="T9" fmla="*/ 53 h 70"/>
              <a:gd name="T10" fmla="*/ 14 w 60"/>
              <a:gd name="T11" fmla="*/ 28 h 70"/>
              <a:gd name="T12" fmla="*/ 12 w 60"/>
              <a:gd name="T13" fmla="*/ 31 h 70"/>
              <a:gd name="T14" fmla="*/ 17 w 60"/>
              <a:gd name="T15" fmla="*/ 31 h 70"/>
              <a:gd name="T16" fmla="*/ 57 w 60"/>
              <a:gd name="T17" fmla="*/ 11 h 70"/>
              <a:gd name="T18" fmla="*/ 50 w 60"/>
              <a:gd name="T19" fmla="*/ 11 h 70"/>
              <a:gd name="T20" fmla="*/ 48 w 60"/>
              <a:gd name="T21" fmla="*/ 8 h 70"/>
              <a:gd name="T22" fmla="*/ 37 w 60"/>
              <a:gd name="T23" fmla="*/ 3 h 70"/>
              <a:gd name="T24" fmla="*/ 22 w 60"/>
              <a:gd name="T25" fmla="*/ 3 h 70"/>
              <a:gd name="T26" fmla="*/ 11 w 60"/>
              <a:gd name="T27" fmla="*/ 8 h 70"/>
              <a:gd name="T28" fmla="*/ 10 w 60"/>
              <a:gd name="T29" fmla="*/ 11 h 70"/>
              <a:gd name="T30" fmla="*/ 0 w 60"/>
              <a:gd name="T31" fmla="*/ 14 h 70"/>
              <a:gd name="T32" fmla="*/ 2 w 60"/>
              <a:gd name="T33" fmla="*/ 70 h 70"/>
              <a:gd name="T34" fmla="*/ 60 w 60"/>
              <a:gd name="T35" fmla="*/ 68 h 70"/>
              <a:gd name="T36" fmla="*/ 57 w 60"/>
              <a:gd name="T37" fmla="*/ 11 h 70"/>
              <a:gd name="T38" fmla="*/ 25 w 60"/>
              <a:gd name="T39" fmla="*/ 6 h 70"/>
              <a:gd name="T40" fmla="*/ 35 w 60"/>
              <a:gd name="T41" fmla="*/ 6 h 70"/>
              <a:gd name="T42" fmla="*/ 23 w 60"/>
              <a:gd name="T43" fmla="*/ 8 h 70"/>
              <a:gd name="T44" fmla="*/ 13 w 60"/>
              <a:gd name="T45" fmla="*/ 11 h 70"/>
              <a:gd name="T46" fmla="*/ 47 w 60"/>
              <a:gd name="T47" fmla="*/ 11 h 70"/>
              <a:gd name="T48" fmla="*/ 13 w 60"/>
              <a:gd name="T49" fmla="*/ 16 h 70"/>
              <a:gd name="T50" fmla="*/ 54 w 60"/>
              <a:gd name="T51" fmla="*/ 65 h 70"/>
              <a:gd name="T52" fmla="*/ 5 w 60"/>
              <a:gd name="T53" fmla="*/ 65 h 70"/>
              <a:gd name="T54" fmla="*/ 10 w 60"/>
              <a:gd name="T55" fmla="*/ 17 h 70"/>
              <a:gd name="T56" fmla="*/ 11 w 60"/>
              <a:gd name="T57" fmla="*/ 20 h 70"/>
              <a:gd name="T58" fmla="*/ 50 w 60"/>
              <a:gd name="T59" fmla="*/ 18 h 70"/>
              <a:gd name="T60" fmla="*/ 54 w 60"/>
              <a:gd name="T61" fmla="*/ 17 h 70"/>
              <a:gd name="T62" fmla="*/ 45 w 60"/>
              <a:gd name="T63" fmla="*/ 29 h 70"/>
              <a:gd name="T64" fmla="*/ 22 w 60"/>
              <a:gd name="T65" fmla="*/ 29 h 70"/>
              <a:gd name="T66" fmla="*/ 22 w 60"/>
              <a:gd name="T67" fmla="*/ 32 h 70"/>
              <a:gd name="T68" fmla="*/ 46 w 60"/>
              <a:gd name="T69" fmla="*/ 31 h 70"/>
              <a:gd name="T70" fmla="*/ 45 w 60"/>
              <a:gd name="T71" fmla="*/ 51 h 70"/>
              <a:gd name="T72" fmla="*/ 22 w 60"/>
              <a:gd name="T73" fmla="*/ 51 h 70"/>
              <a:gd name="T74" fmla="*/ 22 w 60"/>
              <a:gd name="T75" fmla="*/ 54 h 70"/>
              <a:gd name="T76" fmla="*/ 46 w 60"/>
              <a:gd name="T77" fmla="*/ 53 h 70"/>
              <a:gd name="T78" fmla="*/ 45 w 60"/>
              <a:gd name="T79" fmla="*/ 40 h 70"/>
              <a:gd name="T80" fmla="*/ 22 w 60"/>
              <a:gd name="T81" fmla="*/ 40 h 70"/>
              <a:gd name="T82" fmla="*/ 22 w 60"/>
              <a:gd name="T83" fmla="*/ 43 h 70"/>
              <a:gd name="T84" fmla="*/ 46 w 60"/>
              <a:gd name="T85" fmla="*/ 42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0" h="70">
                <a:moveTo>
                  <a:pt x="14" y="39"/>
                </a:moveTo>
                <a:cubicBezTo>
                  <a:pt x="13" y="39"/>
                  <a:pt x="12" y="40"/>
                  <a:pt x="12" y="42"/>
                </a:cubicBezTo>
                <a:cubicBezTo>
                  <a:pt x="12" y="43"/>
                  <a:pt x="13" y="44"/>
                  <a:pt x="14" y="44"/>
                </a:cubicBezTo>
                <a:cubicBezTo>
                  <a:pt x="16" y="44"/>
                  <a:pt x="17" y="43"/>
                  <a:pt x="17" y="42"/>
                </a:cubicBezTo>
                <a:cubicBezTo>
                  <a:pt x="17" y="40"/>
                  <a:pt x="16" y="39"/>
                  <a:pt x="14" y="39"/>
                </a:cubicBezTo>
                <a:close/>
                <a:moveTo>
                  <a:pt x="14" y="50"/>
                </a:moveTo>
                <a:cubicBezTo>
                  <a:pt x="14" y="50"/>
                  <a:pt x="14" y="50"/>
                  <a:pt x="14" y="50"/>
                </a:cubicBezTo>
                <a:cubicBezTo>
                  <a:pt x="13" y="50"/>
                  <a:pt x="12" y="51"/>
                  <a:pt x="12" y="53"/>
                </a:cubicBezTo>
                <a:cubicBezTo>
                  <a:pt x="12" y="54"/>
                  <a:pt x="13" y="55"/>
                  <a:pt x="14" y="55"/>
                </a:cubicBezTo>
                <a:cubicBezTo>
                  <a:pt x="16" y="55"/>
                  <a:pt x="17" y="54"/>
                  <a:pt x="17" y="53"/>
                </a:cubicBezTo>
                <a:cubicBezTo>
                  <a:pt x="17" y="51"/>
                  <a:pt x="16" y="50"/>
                  <a:pt x="14" y="50"/>
                </a:cubicBezTo>
                <a:close/>
                <a:moveTo>
                  <a:pt x="14" y="28"/>
                </a:moveTo>
                <a:cubicBezTo>
                  <a:pt x="14" y="28"/>
                  <a:pt x="14" y="28"/>
                  <a:pt x="14" y="28"/>
                </a:cubicBezTo>
                <a:cubicBezTo>
                  <a:pt x="13" y="28"/>
                  <a:pt x="12" y="29"/>
                  <a:pt x="12" y="31"/>
                </a:cubicBezTo>
                <a:cubicBezTo>
                  <a:pt x="12" y="32"/>
                  <a:pt x="13" y="33"/>
                  <a:pt x="14" y="33"/>
                </a:cubicBezTo>
                <a:cubicBezTo>
                  <a:pt x="16" y="33"/>
                  <a:pt x="17" y="32"/>
                  <a:pt x="17" y="31"/>
                </a:cubicBezTo>
                <a:cubicBezTo>
                  <a:pt x="17" y="29"/>
                  <a:pt x="16" y="28"/>
                  <a:pt x="14" y="28"/>
                </a:cubicBezTo>
                <a:close/>
                <a:moveTo>
                  <a:pt x="57" y="11"/>
                </a:moveTo>
                <a:cubicBezTo>
                  <a:pt x="57" y="11"/>
                  <a:pt x="57" y="11"/>
                  <a:pt x="57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0" y="10"/>
                  <a:pt x="50" y="10"/>
                  <a:pt x="50" y="10"/>
                </a:cubicBezTo>
                <a:cubicBezTo>
                  <a:pt x="50" y="9"/>
                  <a:pt x="49" y="8"/>
                  <a:pt x="48" y="8"/>
                </a:cubicBezTo>
                <a:cubicBezTo>
                  <a:pt x="40" y="8"/>
                  <a:pt x="40" y="8"/>
                  <a:pt x="40" y="8"/>
                </a:cubicBezTo>
                <a:cubicBezTo>
                  <a:pt x="39" y="6"/>
                  <a:pt x="38" y="5"/>
                  <a:pt x="37" y="3"/>
                </a:cubicBezTo>
                <a:cubicBezTo>
                  <a:pt x="35" y="2"/>
                  <a:pt x="32" y="0"/>
                  <a:pt x="30" y="0"/>
                </a:cubicBezTo>
                <a:cubicBezTo>
                  <a:pt x="27" y="0"/>
                  <a:pt x="24" y="2"/>
                  <a:pt x="22" y="3"/>
                </a:cubicBezTo>
                <a:cubicBezTo>
                  <a:pt x="21" y="5"/>
                  <a:pt x="20" y="6"/>
                  <a:pt x="20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0" y="8"/>
                  <a:pt x="10" y="9"/>
                  <a:pt x="10" y="10"/>
                </a:cubicBezTo>
                <a:cubicBezTo>
                  <a:pt x="10" y="11"/>
                  <a:pt x="10" y="11"/>
                  <a:pt x="10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1" y="11"/>
                  <a:pt x="0" y="12"/>
                  <a:pt x="0" y="14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9"/>
                  <a:pt x="1" y="70"/>
                  <a:pt x="2" y="70"/>
                </a:cubicBezTo>
                <a:cubicBezTo>
                  <a:pt x="57" y="70"/>
                  <a:pt x="57" y="70"/>
                  <a:pt x="57" y="70"/>
                </a:cubicBezTo>
                <a:cubicBezTo>
                  <a:pt x="58" y="70"/>
                  <a:pt x="60" y="69"/>
                  <a:pt x="60" y="68"/>
                </a:cubicBezTo>
                <a:cubicBezTo>
                  <a:pt x="60" y="14"/>
                  <a:pt x="60" y="14"/>
                  <a:pt x="60" y="14"/>
                </a:cubicBezTo>
                <a:cubicBezTo>
                  <a:pt x="60" y="12"/>
                  <a:pt x="58" y="11"/>
                  <a:pt x="57" y="11"/>
                </a:cubicBezTo>
                <a:close/>
                <a:moveTo>
                  <a:pt x="25" y="6"/>
                </a:moveTo>
                <a:cubicBezTo>
                  <a:pt x="25" y="6"/>
                  <a:pt x="25" y="6"/>
                  <a:pt x="25" y="6"/>
                </a:cubicBezTo>
                <a:cubicBezTo>
                  <a:pt x="26" y="4"/>
                  <a:pt x="28" y="4"/>
                  <a:pt x="30" y="4"/>
                </a:cubicBezTo>
                <a:cubicBezTo>
                  <a:pt x="32" y="4"/>
                  <a:pt x="33" y="4"/>
                  <a:pt x="35" y="6"/>
                </a:cubicBezTo>
                <a:cubicBezTo>
                  <a:pt x="35" y="6"/>
                  <a:pt x="36" y="7"/>
                  <a:pt x="36" y="8"/>
                </a:cubicBezTo>
                <a:cubicBezTo>
                  <a:pt x="23" y="8"/>
                  <a:pt x="23" y="8"/>
                  <a:pt x="23" y="8"/>
                </a:cubicBezTo>
                <a:cubicBezTo>
                  <a:pt x="23" y="7"/>
                  <a:pt x="24" y="6"/>
                  <a:pt x="25" y="6"/>
                </a:cubicBezTo>
                <a:close/>
                <a:moveTo>
                  <a:pt x="13" y="11"/>
                </a:moveTo>
                <a:cubicBezTo>
                  <a:pt x="13" y="11"/>
                  <a:pt x="13" y="11"/>
                  <a:pt x="13" y="11"/>
                </a:cubicBezTo>
                <a:cubicBezTo>
                  <a:pt x="47" y="11"/>
                  <a:pt x="47" y="11"/>
                  <a:pt x="47" y="11"/>
                </a:cubicBezTo>
                <a:cubicBezTo>
                  <a:pt x="47" y="16"/>
                  <a:pt x="47" y="16"/>
                  <a:pt x="47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1"/>
                  <a:pt x="13" y="11"/>
                  <a:pt x="13" y="11"/>
                </a:cubicBezTo>
                <a:close/>
                <a:moveTo>
                  <a:pt x="54" y="65"/>
                </a:moveTo>
                <a:cubicBezTo>
                  <a:pt x="54" y="65"/>
                  <a:pt x="54" y="65"/>
                  <a:pt x="54" y="65"/>
                </a:cubicBezTo>
                <a:cubicBezTo>
                  <a:pt x="5" y="65"/>
                  <a:pt x="5" y="65"/>
                  <a:pt x="5" y="65"/>
                </a:cubicBezTo>
                <a:cubicBezTo>
                  <a:pt x="5" y="17"/>
                  <a:pt x="5" y="17"/>
                  <a:pt x="5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9"/>
                  <a:pt x="10" y="20"/>
                  <a:pt x="11" y="20"/>
                </a:cubicBezTo>
                <a:cubicBezTo>
                  <a:pt x="48" y="20"/>
                  <a:pt x="48" y="20"/>
                  <a:pt x="48" y="20"/>
                </a:cubicBezTo>
                <a:cubicBezTo>
                  <a:pt x="49" y="20"/>
                  <a:pt x="50" y="19"/>
                  <a:pt x="50" y="18"/>
                </a:cubicBezTo>
                <a:cubicBezTo>
                  <a:pt x="50" y="17"/>
                  <a:pt x="50" y="17"/>
                  <a:pt x="50" y="17"/>
                </a:cubicBezTo>
                <a:cubicBezTo>
                  <a:pt x="54" y="17"/>
                  <a:pt x="54" y="17"/>
                  <a:pt x="54" y="17"/>
                </a:cubicBezTo>
                <a:cubicBezTo>
                  <a:pt x="54" y="65"/>
                  <a:pt x="54" y="65"/>
                  <a:pt x="54" y="65"/>
                </a:cubicBezTo>
                <a:close/>
                <a:moveTo>
                  <a:pt x="45" y="29"/>
                </a:moveTo>
                <a:cubicBezTo>
                  <a:pt x="45" y="29"/>
                  <a:pt x="45" y="29"/>
                  <a:pt x="45" y="29"/>
                </a:cubicBezTo>
                <a:cubicBezTo>
                  <a:pt x="22" y="29"/>
                  <a:pt x="22" y="29"/>
                  <a:pt x="22" y="29"/>
                </a:cubicBezTo>
                <a:cubicBezTo>
                  <a:pt x="21" y="29"/>
                  <a:pt x="20" y="30"/>
                  <a:pt x="20" y="31"/>
                </a:cubicBezTo>
                <a:cubicBezTo>
                  <a:pt x="20" y="31"/>
                  <a:pt x="21" y="32"/>
                  <a:pt x="22" y="32"/>
                </a:cubicBezTo>
                <a:cubicBezTo>
                  <a:pt x="45" y="32"/>
                  <a:pt x="45" y="32"/>
                  <a:pt x="45" y="32"/>
                </a:cubicBezTo>
                <a:cubicBezTo>
                  <a:pt x="46" y="32"/>
                  <a:pt x="46" y="31"/>
                  <a:pt x="46" y="31"/>
                </a:cubicBezTo>
                <a:cubicBezTo>
                  <a:pt x="46" y="30"/>
                  <a:pt x="46" y="29"/>
                  <a:pt x="45" y="29"/>
                </a:cubicBezTo>
                <a:close/>
                <a:moveTo>
                  <a:pt x="45" y="51"/>
                </a:moveTo>
                <a:cubicBezTo>
                  <a:pt x="45" y="51"/>
                  <a:pt x="45" y="51"/>
                  <a:pt x="45" y="51"/>
                </a:cubicBezTo>
                <a:cubicBezTo>
                  <a:pt x="22" y="51"/>
                  <a:pt x="22" y="51"/>
                  <a:pt x="22" y="51"/>
                </a:cubicBezTo>
                <a:cubicBezTo>
                  <a:pt x="21" y="51"/>
                  <a:pt x="20" y="52"/>
                  <a:pt x="20" y="53"/>
                </a:cubicBezTo>
                <a:cubicBezTo>
                  <a:pt x="20" y="54"/>
                  <a:pt x="21" y="54"/>
                  <a:pt x="22" y="54"/>
                </a:cubicBezTo>
                <a:cubicBezTo>
                  <a:pt x="45" y="54"/>
                  <a:pt x="45" y="54"/>
                  <a:pt x="45" y="54"/>
                </a:cubicBezTo>
                <a:cubicBezTo>
                  <a:pt x="46" y="54"/>
                  <a:pt x="46" y="54"/>
                  <a:pt x="46" y="53"/>
                </a:cubicBezTo>
                <a:cubicBezTo>
                  <a:pt x="46" y="52"/>
                  <a:pt x="46" y="51"/>
                  <a:pt x="45" y="51"/>
                </a:cubicBezTo>
                <a:close/>
                <a:moveTo>
                  <a:pt x="45" y="40"/>
                </a:moveTo>
                <a:cubicBezTo>
                  <a:pt x="45" y="40"/>
                  <a:pt x="45" y="40"/>
                  <a:pt x="45" y="40"/>
                </a:cubicBezTo>
                <a:cubicBezTo>
                  <a:pt x="22" y="40"/>
                  <a:pt x="22" y="40"/>
                  <a:pt x="22" y="40"/>
                </a:cubicBezTo>
                <a:cubicBezTo>
                  <a:pt x="21" y="40"/>
                  <a:pt x="20" y="41"/>
                  <a:pt x="20" y="42"/>
                </a:cubicBezTo>
                <a:cubicBezTo>
                  <a:pt x="20" y="43"/>
                  <a:pt x="21" y="43"/>
                  <a:pt x="22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6" y="43"/>
                  <a:pt x="46" y="43"/>
                  <a:pt x="46" y="42"/>
                </a:cubicBezTo>
                <a:cubicBezTo>
                  <a:pt x="46" y="41"/>
                  <a:pt x="46" y="40"/>
                  <a:pt x="45" y="4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48" name="Freeform 18"/>
          <p:cNvSpPr>
            <a:spLocks noEditPoints="1"/>
          </p:cNvSpPr>
          <p:nvPr/>
        </p:nvSpPr>
        <p:spPr bwMode="auto">
          <a:xfrm>
            <a:off x="9308866" y="3260725"/>
            <a:ext cx="483235" cy="486410"/>
          </a:xfrm>
          <a:custGeom>
            <a:avLst/>
            <a:gdLst>
              <a:gd name="T0" fmla="*/ 62 w 69"/>
              <a:gd name="T1" fmla="*/ 20 h 69"/>
              <a:gd name="T2" fmla="*/ 62 w 69"/>
              <a:gd name="T3" fmla="*/ 29 h 69"/>
              <a:gd name="T4" fmla="*/ 62 w 69"/>
              <a:gd name="T5" fmla="*/ 41 h 69"/>
              <a:gd name="T6" fmla="*/ 50 w 69"/>
              <a:gd name="T7" fmla="*/ 59 h 69"/>
              <a:gd name="T8" fmla="*/ 40 w 69"/>
              <a:gd name="T9" fmla="*/ 63 h 69"/>
              <a:gd name="T10" fmla="*/ 28 w 69"/>
              <a:gd name="T11" fmla="*/ 63 h 69"/>
              <a:gd name="T12" fmla="*/ 5 w 69"/>
              <a:gd name="T13" fmla="*/ 35 h 69"/>
              <a:gd name="T14" fmla="*/ 28 w 69"/>
              <a:gd name="T15" fmla="*/ 7 h 69"/>
              <a:gd name="T16" fmla="*/ 40 w 69"/>
              <a:gd name="T17" fmla="*/ 7 h 69"/>
              <a:gd name="T18" fmla="*/ 49 w 69"/>
              <a:gd name="T19" fmla="*/ 7 h 69"/>
              <a:gd name="T20" fmla="*/ 41 w 69"/>
              <a:gd name="T21" fmla="*/ 2 h 69"/>
              <a:gd name="T22" fmla="*/ 27 w 69"/>
              <a:gd name="T23" fmla="*/ 2 h 69"/>
              <a:gd name="T24" fmla="*/ 15 w 69"/>
              <a:gd name="T25" fmla="*/ 7 h 69"/>
              <a:gd name="T26" fmla="*/ 1 w 69"/>
              <a:gd name="T27" fmla="*/ 42 h 69"/>
              <a:gd name="T28" fmla="*/ 41 w 69"/>
              <a:gd name="T29" fmla="*/ 69 h 69"/>
              <a:gd name="T30" fmla="*/ 53 w 69"/>
              <a:gd name="T31" fmla="*/ 63 h 69"/>
              <a:gd name="T32" fmla="*/ 68 w 69"/>
              <a:gd name="T33" fmla="*/ 42 h 69"/>
              <a:gd name="T34" fmla="*/ 68 w 69"/>
              <a:gd name="T35" fmla="*/ 28 h 69"/>
              <a:gd name="T36" fmla="*/ 47 w 69"/>
              <a:gd name="T37" fmla="*/ 13 h 69"/>
              <a:gd name="T38" fmla="*/ 46 w 69"/>
              <a:gd name="T39" fmla="*/ 14 h 69"/>
              <a:gd name="T40" fmla="*/ 42 w 69"/>
              <a:gd name="T41" fmla="*/ 25 h 69"/>
              <a:gd name="T42" fmla="*/ 21 w 69"/>
              <a:gd name="T43" fmla="*/ 35 h 69"/>
              <a:gd name="T44" fmla="*/ 47 w 69"/>
              <a:gd name="T45" fmla="*/ 35 h 69"/>
              <a:gd name="T46" fmla="*/ 48 w 69"/>
              <a:gd name="T47" fmla="*/ 23 h 69"/>
              <a:gd name="T48" fmla="*/ 56 w 69"/>
              <a:gd name="T49" fmla="*/ 22 h 69"/>
              <a:gd name="T50" fmla="*/ 68 w 69"/>
              <a:gd name="T51" fmla="*/ 10 h 69"/>
              <a:gd name="T52" fmla="*/ 67 w 69"/>
              <a:gd name="T53" fmla="*/ 8 h 69"/>
              <a:gd name="T54" fmla="*/ 62 w 69"/>
              <a:gd name="T55" fmla="*/ 2 h 69"/>
              <a:gd name="T56" fmla="*/ 59 w 69"/>
              <a:gd name="T57" fmla="*/ 1 h 69"/>
              <a:gd name="T58" fmla="*/ 47 w 69"/>
              <a:gd name="T59" fmla="*/ 13 h 69"/>
              <a:gd name="T60" fmla="*/ 34 w 69"/>
              <a:gd name="T61" fmla="*/ 45 h 69"/>
              <a:gd name="T62" fmla="*/ 34 w 69"/>
              <a:gd name="T63" fmla="*/ 25 h 69"/>
              <a:gd name="T64" fmla="*/ 34 w 69"/>
              <a:gd name="T65" fmla="*/ 32 h 69"/>
              <a:gd name="T66" fmla="*/ 31 w 69"/>
              <a:gd name="T67" fmla="*/ 35 h 69"/>
              <a:gd name="T68" fmla="*/ 37 w 69"/>
              <a:gd name="T69" fmla="*/ 35 h 69"/>
              <a:gd name="T70" fmla="*/ 42 w 69"/>
              <a:gd name="T71" fmla="*/ 29 h 69"/>
              <a:gd name="T72" fmla="*/ 34 w 69"/>
              <a:gd name="T73" fmla="*/ 45 h 69"/>
              <a:gd name="T74" fmla="*/ 61 w 69"/>
              <a:gd name="T75" fmla="*/ 11 h 69"/>
              <a:gd name="T76" fmla="*/ 54 w 69"/>
              <a:gd name="T77" fmla="*/ 20 h 69"/>
              <a:gd name="T78" fmla="*/ 61 w 69"/>
              <a:gd name="T79" fmla="*/ 11 h 69"/>
              <a:gd name="T80" fmla="*/ 49 w 69"/>
              <a:gd name="T81" fmla="*/ 15 h 69"/>
              <a:gd name="T82" fmla="*/ 58 w 69"/>
              <a:gd name="T83" fmla="*/ 9 h 69"/>
              <a:gd name="T84" fmla="*/ 49 w 69"/>
              <a:gd name="T85" fmla="*/ 15 h 69"/>
              <a:gd name="T86" fmla="*/ 30 w 69"/>
              <a:gd name="T87" fmla="*/ 16 h 69"/>
              <a:gd name="T88" fmla="*/ 38 w 69"/>
              <a:gd name="T89" fmla="*/ 16 h 69"/>
              <a:gd name="T90" fmla="*/ 44 w 69"/>
              <a:gd name="T91" fmla="*/ 16 h 69"/>
              <a:gd name="T92" fmla="*/ 39 w 69"/>
              <a:gd name="T93" fmla="*/ 13 h 69"/>
              <a:gd name="T94" fmla="*/ 30 w 69"/>
              <a:gd name="T95" fmla="*/ 13 h 69"/>
              <a:gd name="T96" fmla="*/ 12 w 69"/>
              <a:gd name="T97" fmla="*/ 40 h 69"/>
              <a:gd name="T98" fmla="*/ 34 w 69"/>
              <a:gd name="T99" fmla="*/ 58 h 69"/>
              <a:gd name="T100" fmla="*/ 43 w 69"/>
              <a:gd name="T101" fmla="*/ 56 h 69"/>
              <a:gd name="T102" fmla="*/ 57 w 69"/>
              <a:gd name="T103" fmla="*/ 35 h 69"/>
              <a:gd name="T104" fmla="*/ 55 w 69"/>
              <a:gd name="T105" fmla="*/ 26 h 69"/>
              <a:gd name="T106" fmla="*/ 52 w 69"/>
              <a:gd name="T107" fmla="*/ 27 h 69"/>
              <a:gd name="T108" fmla="*/ 54 w 69"/>
              <a:gd name="T109" fmla="*/ 35 h 69"/>
              <a:gd name="T110" fmla="*/ 30 w 69"/>
              <a:gd name="T111" fmla="*/ 54 h 69"/>
              <a:gd name="T112" fmla="*/ 14 w 69"/>
              <a:gd name="T113" fmla="*/ 35 h 69"/>
              <a:gd name="T114" fmla="*/ 30 w 69"/>
              <a:gd name="T115" fmla="*/ 16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9" h="69">
                <a:moveTo>
                  <a:pt x="66" y="22"/>
                </a:moveTo>
                <a:cubicBezTo>
                  <a:pt x="65" y="20"/>
                  <a:pt x="63" y="20"/>
                  <a:pt x="62" y="20"/>
                </a:cubicBezTo>
                <a:cubicBezTo>
                  <a:pt x="61" y="21"/>
                  <a:pt x="60" y="22"/>
                  <a:pt x="61" y="24"/>
                </a:cubicBezTo>
                <a:cubicBezTo>
                  <a:pt x="61" y="26"/>
                  <a:pt x="62" y="27"/>
                  <a:pt x="62" y="29"/>
                </a:cubicBezTo>
                <a:cubicBezTo>
                  <a:pt x="63" y="31"/>
                  <a:pt x="63" y="33"/>
                  <a:pt x="63" y="35"/>
                </a:cubicBezTo>
                <a:cubicBezTo>
                  <a:pt x="63" y="37"/>
                  <a:pt x="63" y="39"/>
                  <a:pt x="62" y="41"/>
                </a:cubicBezTo>
                <a:cubicBezTo>
                  <a:pt x="62" y="43"/>
                  <a:pt x="61" y="45"/>
                  <a:pt x="61" y="46"/>
                </a:cubicBezTo>
                <a:cubicBezTo>
                  <a:pt x="59" y="51"/>
                  <a:pt x="55" y="56"/>
                  <a:pt x="50" y="59"/>
                </a:cubicBezTo>
                <a:cubicBezTo>
                  <a:pt x="49" y="60"/>
                  <a:pt x="47" y="61"/>
                  <a:pt x="45" y="62"/>
                </a:cubicBezTo>
                <a:cubicBezTo>
                  <a:pt x="44" y="62"/>
                  <a:pt x="42" y="63"/>
                  <a:pt x="40" y="63"/>
                </a:cubicBezTo>
                <a:cubicBezTo>
                  <a:pt x="38" y="64"/>
                  <a:pt x="36" y="64"/>
                  <a:pt x="34" y="64"/>
                </a:cubicBezTo>
                <a:cubicBezTo>
                  <a:pt x="32" y="64"/>
                  <a:pt x="30" y="64"/>
                  <a:pt x="28" y="63"/>
                </a:cubicBezTo>
                <a:cubicBezTo>
                  <a:pt x="17" y="61"/>
                  <a:pt x="8" y="52"/>
                  <a:pt x="6" y="41"/>
                </a:cubicBezTo>
                <a:cubicBezTo>
                  <a:pt x="5" y="39"/>
                  <a:pt x="5" y="37"/>
                  <a:pt x="5" y="35"/>
                </a:cubicBezTo>
                <a:cubicBezTo>
                  <a:pt x="5" y="24"/>
                  <a:pt x="12" y="13"/>
                  <a:pt x="23" y="8"/>
                </a:cubicBezTo>
                <a:cubicBezTo>
                  <a:pt x="25" y="8"/>
                  <a:pt x="26" y="7"/>
                  <a:pt x="28" y="7"/>
                </a:cubicBezTo>
                <a:cubicBezTo>
                  <a:pt x="30" y="6"/>
                  <a:pt x="32" y="6"/>
                  <a:pt x="34" y="6"/>
                </a:cubicBezTo>
                <a:cubicBezTo>
                  <a:pt x="36" y="6"/>
                  <a:pt x="38" y="6"/>
                  <a:pt x="40" y="7"/>
                </a:cubicBezTo>
                <a:cubicBezTo>
                  <a:pt x="42" y="7"/>
                  <a:pt x="44" y="8"/>
                  <a:pt x="45" y="8"/>
                </a:cubicBezTo>
                <a:cubicBezTo>
                  <a:pt x="47" y="9"/>
                  <a:pt x="48" y="8"/>
                  <a:pt x="49" y="7"/>
                </a:cubicBezTo>
                <a:cubicBezTo>
                  <a:pt x="49" y="6"/>
                  <a:pt x="49" y="4"/>
                  <a:pt x="47" y="4"/>
                </a:cubicBezTo>
                <a:cubicBezTo>
                  <a:pt x="45" y="3"/>
                  <a:pt x="43" y="2"/>
                  <a:pt x="41" y="2"/>
                </a:cubicBezTo>
                <a:cubicBezTo>
                  <a:pt x="39" y="1"/>
                  <a:pt x="36" y="1"/>
                  <a:pt x="34" y="1"/>
                </a:cubicBezTo>
                <a:cubicBezTo>
                  <a:pt x="32" y="1"/>
                  <a:pt x="29" y="1"/>
                  <a:pt x="27" y="2"/>
                </a:cubicBezTo>
                <a:cubicBezTo>
                  <a:pt x="25" y="2"/>
                  <a:pt x="23" y="3"/>
                  <a:pt x="21" y="4"/>
                </a:cubicBezTo>
                <a:cubicBezTo>
                  <a:pt x="19" y="4"/>
                  <a:pt x="17" y="5"/>
                  <a:pt x="15" y="7"/>
                </a:cubicBezTo>
                <a:cubicBezTo>
                  <a:pt x="6" y="13"/>
                  <a:pt x="0" y="24"/>
                  <a:pt x="0" y="35"/>
                </a:cubicBezTo>
                <a:cubicBezTo>
                  <a:pt x="0" y="37"/>
                  <a:pt x="0" y="40"/>
                  <a:pt x="1" y="42"/>
                </a:cubicBezTo>
                <a:cubicBezTo>
                  <a:pt x="4" y="58"/>
                  <a:pt x="18" y="69"/>
                  <a:pt x="34" y="69"/>
                </a:cubicBezTo>
                <a:cubicBezTo>
                  <a:pt x="36" y="69"/>
                  <a:pt x="39" y="69"/>
                  <a:pt x="41" y="69"/>
                </a:cubicBezTo>
                <a:cubicBezTo>
                  <a:pt x="43" y="68"/>
                  <a:pt x="45" y="67"/>
                  <a:pt x="47" y="67"/>
                </a:cubicBezTo>
                <a:cubicBezTo>
                  <a:pt x="49" y="66"/>
                  <a:pt x="51" y="65"/>
                  <a:pt x="53" y="63"/>
                </a:cubicBezTo>
                <a:cubicBezTo>
                  <a:pt x="59" y="60"/>
                  <a:pt x="63" y="54"/>
                  <a:pt x="66" y="48"/>
                </a:cubicBezTo>
                <a:cubicBezTo>
                  <a:pt x="66" y="46"/>
                  <a:pt x="67" y="44"/>
                  <a:pt x="68" y="42"/>
                </a:cubicBezTo>
                <a:cubicBezTo>
                  <a:pt x="68" y="40"/>
                  <a:pt x="68" y="37"/>
                  <a:pt x="68" y="35"/>
                </a:cubicBezTo>
                <a:cubicBezTo>
                  <a:pt x="68" y="33"/>
                  <a:pt x="68" y="30"/>
                  <a:pt x="68" y="28"/>
                </a:cubicBezTo>
                <a:cubicBezTo>
                  <a:pt x="67" y="26"/>
                  <a:pt x="66" y="24"/>
                  <a:pt x="66" y="22"/>
                </a:cubicBezTo>
                <a:close/>
                <a:moveTo>
                  <a:pt x="47" y="13"/>
                </a:moveTo>
                <a:cubicBezTo>
                  <a:pt x="47" y="13"/>
                  <a:pt x="47" y="13"/>
                  <a:pt x="47" y="13"/>
                </a:cubicBezTo>
                <a:cubicBezTo>
                  <a:pt x="46" y="13"/>
                  <a:pt x="46" y="14"/>
                  <a:pt x="46" y="14"/>
                </a:cubicBezTo>
                <a:cubicBezTo>
                  <a:pt x="46" y="21"/>
                  <a:pt x="46" y="21"/>
                  <a:pt x="46" y="21"/>
                </a:cubicBezTo>
                <a:cubicBezTo>
                  <a:pt x="42" y="25"/>
                  <a:pt x="42" y="25"/>
                  <a:pt x="42" y="25"/>
                </a:cubicBezTo>
                <a:cubicBezTo>
                  <a:pt x="40" y="23"/>
                  <a:pt x="37" y="22"/>
                  <a:pt x="34" y="22"/>
                </a:cubicBezTo>
                <a:cubicBezTo>
                  <a:pt x="27" y="22"/>
                  <a:pt x="21" y="28"/>
                  <a:pt x="21" y="35"/>
                </a:cubicBezTo>
                <a:cubicBezTo>
                  <a:pt x="21" y="42"/>
                  <a:pt x="27" y="48"/>
                  <a:pt x="34" y="48"/>
                </a:cubicBezTo>
                <a:cubicBezTo>
                  <a:pt x="41" y="48"/>
                  <a:pt x="47" y="42"/>
                  <a:pt x="47" y="35"/>
                </a:cubicBezTo>
                <a:cubicBezTo>
                  <a:pt x="47" y="32"/>
                  <a:pt x="46" y="29"/>
                  <a:pt x="44" y="27"/>
                </a:cubicBezTo>
                <a:cubicBezTo>
                  <a:pt x="48" y="23"/>
                  <a:pt x="48" y="23"/>
                  <a:pt x="48" y="23"/>
                </a:cubicBezTo>
                <a:cubicBezTo>
                  <a:pt x="55" y="23"/>
                  <a:pt x="55" y="23"/>
                  <a:pt x="55" y="23"/>
                </a:cubicBezTo>
                <a:cubicBezTo>
                  <a:pt x="55" y="23"/>
                  <a:pt x="56" y="23"/>
                  <a:pt x="56" y="22"/>
                </a:cubicBezTo>
                <a:cubicBezTo>
                  <a:pt x="56" y="22"/>
                  <a:pt x="56" y="22"/>
                  <a:pt x="56" y="22"/>
                </a:cubicBezTo>
                <a:cubicBezTo>
                  <a:pt x="68" y="10"/>
                  <a:pt x="68" y="10"/>
                  <a:pt x="68" y="10"/>
                </a:cubicBezTo>
                <a:cubicBezTo>
                  <a:pt x="69" y="10"/>
                  <a:pt x="69" y="9"/>
                  <a:pt x="68" y="8"/>
                </a:cubicBezTo>
                <a:cubicBezTo>
                  <a:pt x="68" y="8"/>
                  <a:pt x="67" y="8"/>
                  <a:pt x="67" y="8"/>
                </a:cubicBezTo>
                <a:cubicBezTo>
                  <a:pt x="61" y="8"/>
                  <a:pt x="61" y="8"/>
                  <a:pt x="61" y="8"/>
                </a:cubicBezTo>
                <a:cubicBezTo>
                  <a:pt x="62" y="2"/>
                  <a:pt x="62" y="2"/>
                  <a:pt x="62" y="2"/>
                </a:cubicBezTo>
                <a:cubicBezTo>
                  <a:pt x="62" y="2"/>
                  <a:pt x="61" y="1"/>
                  <a:pt x="61" y="1"/>
                </a:cubicBezTo>
                <a:cubicBezTo>
                  <a:pt x="60" y="0"/>
                  <a:pt x="59" y="0"/>
                  <a:pt x="59" y="1"/>
                </a:cubicBezTo>
                <a:cubicBezTo>
                  <a:pt x="47" y="13"/>
                  <a:pt x="47" y="13"/>
                  <a:pt x="47" y="13"/>
                </a:cubicBezTo>
                <a:cubicBezTo>
                  <a:pt x="47" y="13"/>
                  <a:pt x="47" y="13"/>
                  <a:pt x="47" y="13"/>
                </a:cubicBezTo>
                <a:close/>
                <a:moveTo>
                  <a:pt x="34" y="45"/>
                </a:moveTo>
                <a:cubicBezTo>
                  <a:pt x="34" y="45"/>
                  <a:pt x="34" y="45"/>
                  <a:pt x="34" y="45"/>
                </a:cubicBezTo>
                <a:cubicBezTo>
                  <a:pt x="29" y="45"/>
                  <a:pt x="24" y="40"/>
                  <a:pt x="24" y="35"/>
                </a:cubicBezTo>
                <a:cubicBezTo>
                  <a:pt x="24" y="30"/>
                  <a:pt x="29" y="25"/>
                  <a:pt x="34" y="25"/>
                </a:cubicBezTo>
                <a:cubicBezTo>
                  <a:pt x="36" y="25"/>
                  <a:pt x="38" y="26"/>
                  <a:pt x="40" y="27"/>
                </a:cubicBezTo>
                <a:cubicBezTo>
                  <a:pt x="34" y="32"/>
                  <a:pt x="34" y="32"/>
                  <a:pt x="34" y="32"/>
                </a:cubicBezTo>
                <a:cubicBezTo>
                  <a:pt x="34" y="32"/>
                  <a:pt x="34" y="32"/>
                  <a:pt x="34" y="32"/>
                </a:cubicBezTo>
                <a:cubicBezTo>
                  <a:pt x="33" y="32"/>
                  <a:pt x="31" y="34"/>
                  <a:pt x="31" y="35"/>
                </a:cubicBezTo>
                <a:cubicBezTo>
                  <a:pt x="31" y="37"/>
                  <a:pt x="33" y="38"/>
                  <a:pt x="34" y="38"/>
                </a:cubicBezTo>
                <a:cubicBezTo>
                  <a:pt x="36" y="38"/>
                  <a:pt x="37" y="37"/>
                  <a:pt x="37" y="35"/>
                </a:cubicBezTo>
                <a:cubicBezTo>
                  <a:pt x="37" y="35"/>
                  <a:pt x="37" y="35"/>
                  <a:pt x="37" y="35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31"/>
                  <a:pt x="44" y="33"/>
                  <a:pt x="44" y="35"/>
                </a:cubicBezTo>
                <a:cubicBezTo>
                  <a:pt x="44" y="40"/>
                  <a:pt x="39" y="45"/>
                  <a:pt x="34" y="45"/>
                </a:cubicBezTo>
                <a:close/>
                <a:moveTo>
                  <a:pt x="61" y="11"/>
                </a:moveTo>
                <a:cubicBezTo>
                  <a:pt x="61" y="11"/>
                  <a:pt x="61" y="11"/>
                  <a:pt x="61" y="11"/>
                </a:cubicBezTo>
                <a:cubicBezTo>
                  <a:pt x="63" y="11"/>
                  <a:pt x="63" y="11"/>
                  <a:pt x="63" y="11"/>
                </a:cubicBezTo>
                <a:cubicBezTo>
                  <a:pt x="54" y="20"/>
                  <a:pt x="54" y="20"/>
                  <a:pt x="54" y="20"/>
                </a:cubicBezTo>
                <a:cubicBezTo>
                  <a:pt x="52" y="20"/>
                  <a:pt x="52" y="20"/>
                  <a:pt x="52" y="20"/>
                </a:cubicBezTo>
                <a:cubicBezTo>
                  <a:pt x="61" y="11"/>
                  <a:pt x="61" y="11"/>
                  <a:pt x="61" y="11"/>
                </a:cubicBezTo>
                <a:close/>
                <a:moveTo>
                  <a:pt x="49" y="15"/>
                </a:moveTo>
                <a:cubicBezTo>
                  <a:pt x="49" y="15"/>
                  <a:pt x="49" y="15"/>
                  <a:pt x="49" y="15"/>
                </a:cubicBezTo>
                <a:cubicBezTo>
                  <a:pt x="58" y="6"/>
                  <a:pt x="58" y="6"/>
                  <a:pt x="58" y="6"/>
                </a:cubicBezTo>
                <a:cubicBezTo>
                  <a:pt x="58" y="9"/>
                  <a:pt x="58" y="9"/>
                  <a:pt x="58" y="9"/>
                </a:cubicBezTo>
                <a:cubicBezTo>
                  <a:pt x="49" y="17"/>
                  <a:pt x="49" y="17"/>
                  <a:pt x="49" y="17"/>
                </a:cubicBezTo>
                <a:cubicBezTo>
                  <a:pt x="49" y="15"/>
                  <a:pt x="49" y="15"/>
                  <a:pt x="49" y="15"/>
                </a:cubicBezTo>
                <a:close/>
                <a:moveTo>
                  <a:pt x="30" y="16"/>
                </a:moveTo>
                <a:cubicBezTo>
                  <a:pt x="30" y="16"/>
                  <a:pt x="30" y="16"/>
                  <a:pt x="30" y="16"/>
                </a:cubicBezTo>
                <a:cubicBezTo>
                  <a:pt x="31" y="15"/>
                  <a:pt x="33" y="15"/>
                  <a:pt x="34" y="15"/>
                </a:cubicBezTo>
                <a:cubicBezTo>
                  <a:pt x="35" y="15"/>
                  <a:pt x="37" y="15"/>
                  <a:pt x="38" y="16"/>
                </a:cubicBezTo>
                <a:cubicBezTo>
                  <a:pt x="39" y="16"/>
                  <a:pt x="41" y="16"/>
                  <a:pt x="42" y="17"/>
                </a:cubicBezTo>
                <a:cubicBezTo>
                  <a:pt x="43" y="17"/>
                  <a:pt x="43" y="17"/>
                  <a:pt x="44" y="16"/>
                </a:cubicBezTo>
                <a:cubicBezTo>
                  <a:pt x="44" y="15"/>
                  <a:pt x="44" y="14"/>
                  <a:pt x="43" y="14"/>
                </a:cubicBezTo>
                <a:cubicBezTo>
                  <a:pt x="42" y="13"/>
                  <a:pt x="40" y="13"/>
                  <a:pt x="39" y="13"/>
                </a:cubicBezTo>
                <a:cubicBezTo>
                  <a:pt x="37" y="12"/>
                  <a:pt x="36" y="12"/>
                  <a:pt x="34" y="12"/>
                </a:cubicBezTo>
                <a:cubicBezTo>
                  <a:pt x="33" y="12"/>
                  <a:pt x="31" y="12"/>
                  <a:pt x="30" y="13"/>
                </a:cubicBezTo>
                <a:cubicBezTo>
                  <a:pt x="19" y="15"/>
                  <a:pt x="11" y="24"/>
                  <a:pt x="11" y="35"/>
                </a:cubicBezTo>
                <a:cubicBezTo>
                  <a:pt x="11" y="37"/>
                  <a:pt x="11" y="38"/>
                  <a:pt x="12" y="40"/>
                </a:cubicBezTo>
                <a:cubicBezTo>
                  <a:pt x="13" y="49"/>
                  <a:pt x="21" y="56"/>
                  <a:pt x="30" y="58"/>
                </a:cubicBezTo>
                <a:cubicBezTo>
                  <a:pt x="31" y="58"/>
                  <a:pt x="33" y="58"/>
                  <a:pt x="34" y="58"/>
                </a:cubicBezTo>
                <a:cubicBezTo>
                  <a:pt x="36" y="58"/>
                  <a:pt x="37" y="58"/>
                  <a:pt x="39" y="58"/>
                </a:cubicBezTo>
                <a:cubicBezTo>
                  <a:pt x="40" y="57"/>
                  <a:pt x="42" y="57"/>
                  <a:pt x="43" y="56"/>
                </a:cubicBezTo>
                <a:cubicBezTo>
                  <a:pt x="50" y="53"/>
                  <a:pt x="55" y="47"/>
                  <a:pt x="57" y="40"/>
                </a:cubicBezTo>
                <a:cubicBezTo>
                  <a:pt x="57" y="38"/>
                  <a:pt x="57" y="37"/>
                  <a:pt x="57" y="35"/>
                </a:cubicBezTo>
                <a:cubicBezTo>
                  <a:pt x="57" y="34"/>
                  <a:pt x="57" y="32"/>
                  <a:pt x="57" y="30"/>
                </a:cubicBezTo>
                <a:cubicBezTo>
                  <a:pt x="56" y="29"/>
                  <a:pt x="56" y="28"/>
                  <a:pt x="55" y="26"/>
                </a:cubicBezTo>
                <a:cubicBezTo>
                  <a:pt x="55" y="25"/>
                  <a:pt x="54" y="25"/>
                  <a:pt x="53" y="25"/>
                </a:cubicBezTo>
                <a:cubicBezTo>
                  <a:pt x="52" y="26"/>
                  <a:pt x="52" y="27"/>
                  <a:pt x="52" y="27"/>
                </a:cubicBezTo>
                <a:cubicBezTo>
                  <a:pt x="53" y="29"/>
                  <a:pt x="53" y="30"/>
                  <a:pt x="53" y="31"/>
                </a:cubicBezTo>
                <a:cubicBezTo>
                  <a:pt x="54" y="32"/>
                  <a:pt x="54" y="34"/>
                  <a:pt x="54" y="35"/>
                </a:cubicBezTo>
                <a:cubicBezTo>
                  <a:pt x="54" y="46"/>
                  <a:pt x="45" y="55"/>
                  <a:pt x="34" y="55"/>
                </a:cubicBezTo>
                <a:cubicBezTo>
                  <a:pt x="33" y="55"/>
                  <a:pt x="31" y="55"/>
                  <a:pt x="30" y="54"/>
                </a:cubicBezTo>
                <a:cubicBezTo>
                  <a:pt x="22" y="53"/>
                  <a:pt x="16" y="47"/>
                  <a:pt x="15" y="39"/>
                </a:cubicBezTo>
                <a:cubicBezTo>
                  <a:pt x="14" y="38"/>
                  <a:pt x="14" y="36"/>
                  <a:pt x="14" y="35"/>
                </a:cubicBezTo>
                <a:cubicBezTo>
                  <a:pt x="14" y="34"/>
                  <a:pt x="14" y="32"/>
                  <a:pt x="15" y="31"/>
                </a:cubicBezTo>
                <a:cubicBezTo>
                  <a:pt x="16" y="23"/>
                  <a:pt x="22" y="17"/>
                  <a:pt x="30" y="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138" name="Freeform 199"/>
          <p:cNvSpPr>
            <a:spLocks noEditPoints="1"/>
          </p:cNvSpPr>
          <p:nvPr/>
        </p:nvSpPr>
        <p:spPr bwMode="auto">
          <a:xfrm>
            <a:off x="6911975" y="3199130"/>
            <a:ext cx="518160" cy="545465"/>
          </a:xfrm>
          <a:custGeom>
            <a:avLst/>
            <a:gdLst>
              <a:gd name="T0" fmla="*/ 10 w 65"/>
              <a:gd name="T1" fmla="*/ 0 h 71"/>
              <a:gd name="T2" fmla="*/ 47 w 65"/>
              <a:gd name="T3" fmla="*/ 0 h 71"/>
              <a:gd name="T4" fmla="*/ 58 w 65"/>
              <a:gd name="T5" fmla="*/ 11 h 71"/>
              <a:gd name="T6" fmla="*/ 58 w 65"/>
              <a:gd name="T7" fmla="*/ 24 h 71"/>
              <a:gd name="T8" fmla="*/ 47 w 65"/>
              <a:gd name="T9" fmla="*/ 34 h 71"/>
              <a:gd name="T10" fmla="*/ 23 w 65"/>
              <a:gd name="T11" fmla="*/ 34 h 71"/>
              <a:gd name="T12" fmla="*/ 20 w 65"/>
              <a:gd name="T13" fmla="*/ 41 h 71"/>
              <a:gd name="T14" fmla="*/ 20 w 65"/>
              <a:gd name="T15" fmla="*/ 41 h 71"/>
              <a:gd name="T16" fmla="*/ 20 w 65"/>
              <a:gd name="T17" fmla="*/ 41 h 71"/>
              <a:gd name="T18" fmla="*/ 14 w 65"/>
              <a:gd name="T19" fmla="*/ 41 h 71"/>
              <a:gd name="T20" fmla="*/ 10 w 65"/>
              <a:gd name="T21" fmla="*/ 34 h 71"/>
              <a:gd name="T22" fmla="*/ 0 w 65"/>
              <a:gd name="T23" fmla="*/ 24 h 71"/>
              <a:gd name="T24" fmla="*/ 0 w 65"/>
              <a:gd name="T25" fmla="*/ 11 h 71"/>
              <a:gd name="T26" fmla="*/ 10 w 65"/>
              <a:gd name="T27" fmla="*/ 0 h 71"/>
              <a:gd name="T28" fmla="*/ 47 w 65"/>
              <a:gd name="T29" fmla="*/ 6 h 71"/>
              <a:gd name="T30" fmla="*/ 47 w 65"/>
              <a:gd name="T31" fmla="*/ 6 h 71"/>
              <a:gd name="T32" fmla="*/ 10 w 65"/>
              <a:gd name="T33" fmla="*/ 6 h 71"/>
              <a:gd name="T34" fmla="*/ 5 w 65"/>
              <a:gd name="T35" fmla="*/ 11 h 71"/>
              <a:gd name="T36" fmla="*/ 5 w 65"/>
              <a:gd name="T37" fmla="*/ 24 h 71"/>
              <a:gd name="T38" fmla="*/ 10 w 65"/>
              <a:gd name="T39" fmla="*/ 29 h 71"/>
              <a:gd name="T40" fmla="*/ 11 w 65"/>
              <a:gd name="T41" fmla="*/ 29 h 71"/>
              <a:gd name="T42" fmla="*/ 14 w 65"/>
              <a:gd name="T43" fmla="*/ 31 h 71"/>
              <a:gd name="T44" fmla="*/ 17 w 65"/>
              <a:gd name="T45" fmla="*/ 35 h 71"/>
              <a:gd name="T46" fmla="*/ 19 w 65"/>
              <a:gd name="T47" fmla="*/ 31 h 71"/>
              <a:gd name="T48" fmla="*/ 22 w 65"/>
              <a:gd name="T49" fmla="*/ 29 h 71"/>
              <a:gd name="T50" fmla="*/ 47 w 65"/>
              <a:gd name="T51" fmla="*/ 29 h 71"/>
              <a:gd name="T52" fmla="*/ 52 w 65"/>
              <a:gd name="T53" fmla="*/ 24 h 71"/>
              <a:gd name="T54" fmla="*/ 52 w 65"/>
              <a:gd name="T55" fmla="*/ 11 h 71"/>
              <a:gd name="T56" fmla="*/ 47 w 65"/>
              <a:gd name="T57" fmla="*/ 6 h 71"/>
              <a:gd name="T58" fmla="*/ 56 w 65"/>
              <a:gd name="T59" fmla="*/ 44 h 71"/>
              <a:gd name="T60" fmla="*/ 56 w 65"/>
              <a:gd name="T61" fmla="*/ 44 h 71"/>
              <a:gd name="T62" fmla="*/ 32 w 65"/>
              <a:gd name="T63" fmla="*/ 44 h 71"/>
              <a:gd name="T64" fmla="*/ 28 w 65"/>
              <a:gd name="T65" fmla="*/ 47 h 71"/>
              <a:gd name="T66" fmla="*/ 28 w 65"/>
              <a:gd name="T67" fmla="*/ 56 h 71"/>
              <a:gd name="T68" fmla="*/ 32 w 65"/>
              <a:gd name="T69" fmla="*/ 59 h 71"/>
              <a:gd name="T70" fmla="*/ 48 w 65"/>
              <a:gd name="T71" fmla="*/ 59 h 71"/>
              <a:gd name="T72" fmla="*/ 51 w 65"/>
              <a:gd name="T73" fmla="*/ 61 h 71"/>
              <a:gd name="T74" fmla="*/ 52 w 65"/>
              <a:gd name="T75" fmla="*/ 62 h 71"/>
              <a:gd name="T76" fmla="*/ 53 w 65"/>
              <a:gd name="T77" fmla="*/ 61 h 71"/>
              <a:gd name="T78" fmla="*/ 56 w 65"/>
              <a:gd name="T79" fmla="*/ 59 h 71"/>
              <a:gd name="T80" fmla="*/ 56 w 65"/>
              <a:gd name="T81" fmla="*/ 59 h 71"/>
              <a:gd name="T82" fmla="*/ 59 w 65"/>
              <a:gd name="T83" fmla="*/ 56 h 71"/>
              <a:gd name="T84" fmla="*/ 59 w 65"/>
              <a:gd name="T85" fmla="*/ 47 h 71"/>
              <a:gd name="T86" fmla="*/ 56 w 65"/>
              <a:gd name="T87" fmla="*/ 44 h 71"/>
              <a:gd name="T88" fmla="*/ 32 w 65"/>
              <a:gd name="T89" fmla="*/ 38 h 71"/>
              <a:gd name="T90" fmla="*/ 32 w 65"/>
              <a:gd name="T91" fmla="*/ 38 h 71"/>
              <a:gd name="T92" fmla="*/ 56 w 65"/>
              <a:gd name="T93" fmla="*/ 38 h 71"/>
              <a:gd name="T94" fmla="*/ 65 w 65"/>
              <a:gd name="T95" fmla="*/ 47 h 71"/>
              <a:gd name="T96" fmla="*/ 65 w 65"/>
              <a:gd name="T97" fmla="*/ 56 h 71"/>
              <a:gd name="T98" fmla="*/ 57 w 65"/>
              <a:gd name="T99" fmla="*/ 64 h 71"/>
              <a:gd name="T100" fmla="*/ 55 w 65"/>
              <a:gd name="T101" fmla="*/ 68 h 71"/>
              <a:gd name="T102" fmla="*/ 49 w 65"/>
              <a:gd name="T103" fmla="*/ 68 h 71"/>
              <a:gd name="T104" fmla="*/ 47 w 65"/>
              <a:gd name="T105" fmla="*/ 64 h 71"/>
              <a:gd name="T106" fmla="*/ 32 w 65"/>
              <a:gd name="T107" fmla="*/ 64 h 71"/>
              <a:gd name="T108" fmla="*/ 23 w 65"/>
              <a:gd name="T109" fmla="*/ 56 h 71"/>
              <a:gd name="T110" fmla="*/ 23 w 65"/>
              <a:gd name="T111" fmla="*/ 47 h 71"/>
              <a:gd name="T112" fmla="*/ 32 w 65"/>
              <a:gd name="T113" fmla="*/ 38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5" h="71">
                <a:moveTo>
                  <a:pt x="10" y="0"/>
                </a:move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5"/>
                  <a:pt x="58" y="11"/>
                </a:cubicBezTo>
                <a:cubicBezTo>
                  <a:pt x="58" y="24"/>
                  <a:pt x="58" y="24"/>
                  <a:pt x="58" y="24"/>
                </a:cubicBezTo>
                <a:cubicBezTo>
                  <a:pt x="58" y="29"/>
                  <a:pt x="53" y="34"/>
                  <a:pt x="47" y="34"/>
                </a:cubicBezTo>
                <a:cubicBezTo>
                  <a:pt x="23" y="34"/>
                  <a:pt x="23" y="34"/>
                  <a:pt x="23" y="34"/>
                </a:cubicBezTo>
                <a:cubicBezTo>
                  <a:pt x="20" y="41"/>
                  <a:pt x="20" y="41"/>
                  <a:pt x="20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18" y="44"/>
                  <a:pt x="15" y="44"/>
                  <a:pt x="14" y="41"/>
                </a:cubicBezTo>
                <a:cubicBezTo>
                  <a:pt x="10" y="34"/>
                  <a:pt x="10" y="34"/>
                  <a:pt x="10" y="34"/>
                </a:cubicBezTo>
                <a:cubicBezTo>
                  <a:pt x="4" y="34"/>
                  <a:pt x="0" y="29"/>
                  <a:pt x="0" y="24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0" y="0"/>
                </a:cubicBezTo>
                <a:close/>
                <a:moveTo>
                  <a:pt x="47" y="6"/>
                </a:moveTo>
                <a:cubicBezTo>
                  <a:pt x="47" y="6"/>
                  <a:pt x="47" y="6"/>
                  <a:pt x="47" y="6"/>
                </a:cubicBezTo>
                <a:cubicBezTo>
                  <a:pt x="10" y="6"/>
                  <a:pt x="10" y="6"/>
                  <a:pt x="10" y="6"/>
                </a:cubicBezTo>
                <a:cubicBezTo>
                  <a:pt x="8" y="6"/>
                  <a:pt x="5" y="8"/>
                  <a:pt x="5" y="11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6"/>
                  <a:pt x="8" y="29"/>
                  <a:pt x="10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3" y="29"/>
                  <a:pt x="14" y="30"/>
                  <a:pt x="14" y="31"/>
                </a:cubicBezTo>
                <a:cubicBezTo>
                  <a:pt x="17" y="35"/>
                  <a:pt x="17" y="35"/>
                  <a:pt x="17" y="35"/>
                </a:cubicBezTo>
                <a:cubicBezTo>
                  <a:pt x="19" y="31"/>
                  <a:pt x="19" y="31"/>
                  <a:pt x="19" y="31"/>
                </a:cubicBezTo>
                <a:cubicBezTo>
                  <a:pt x="19" y="30"/>
                  <a:pt x="20" y="29"/>
                  <a:pt x="22" y="29"/>
                </a:cubicBezTo>
                <a:cubicBezTo>
                  <a:pt x="47" y="29"/>
                  <a:pt x="47" y="29"/>
                  <a:pt x="47" y="29"/>
                </a:cubicBezTo>
                <a:cubicBezTo>
                  <a:pt x="50" y="29"/>
                  <a:pt x="52" y="26"/>
                  <a:pt x="52" y="24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8"/>
                  <a:pt x="50" y="6"/>
                  <a:pt x="47" y="6"/>
                </a:cubicBezTo>
                <a:close/>
                <a:moveTo>
                  <a:pt x="56" y="44"/>
                </a:moveTo>
                <a:cubicBezTo>
                  <a:pt x="56" y="44"/>
                  <a:pt x="56" y="44"/>
                  <a:pt x="56" y="44"/>
                </a:cubicBezTo>
                <a:cubicBezTo>
                  <a:pt x="32" y="44"/>
                  <a:pt x="32" y="44"/>
                  <a:pt x="32" y="44"/>
                </a:cubicBezTo>
                <a:cubicBezTo>
                  <a:pt x="30" y="44"/>
                  <a:pt x="28" y="45"/>
                  <a:pt x="28" y="47"/>
                </a:cubicBezTo>
                <a:cubicBezTo>
                  <a:pt x="28" y="56"/>
                  <a:pt x="28" y="56"/>
                  <a:pt x="28" y="56"/>
                </a:cubicBezTo>
                <a:cubicBezTo>
                  <a:pt x="28" y="57"/>
                  <a:pt x="30" y="59"/>
                  <a:pt x="32" y="59"/>
                </a:cubicBezTo>
                <a:cubicBezTo>
                  <a:pt x="48" y="59"/>
                  <a:pt x="48" y="59"/>
                  <a:pt x="48" y="59"/>
                </a:cubicBezTo>
                <a:cubicBezTo>
                  <a:pt x="49" y="59"/>
                  <a:pt x="50" y="59"/>
                  <a:pt x="51" y="61"/>
                </a:cubicBezTo>
                <a:cubicBezTo>
                  <a:pt x="52" y="62"/>
                  <a:pt x="52" y="62"/>
                  <a:pt x="52" y="62"/>
                </a:cubicBezTo>
                <a:cubicBezTo>
                  <a:pt x="53" y="61"/>
                  <a:pt x="53" y="61"/>
                  <a:pt x="53" y="61"/>
                </a:cubicBezTo>
                <a:cubicBezTo>
                  <a:pt x="53" y="59"/>
                  <a:pt x="54" y="59"/>
                  <a:pt x="56" y="59"/>
                </a:cubicBezTo>
                <a:cubicBezTo>
                  <a:pt x="56" y="59"/>
                  <a:pt x="56" y="59"/>
                  <a:pt x="56" y="59"/>
                </a:cubicBezTo>
                <a:cubicBezTo>
                  <a:pt x="58" y="59"/>
                  <a:pt x="59" y="57"/>
                  <a:pt x="59" y="56"/>
                </a:cubicBezTo>
                <a:cubicBezTo>
                  <a:pt x="59" y="47"/>
                  <a:pt x="59" y="47"/>
                  <a:pt x="59" y="47"/>
                </a:cubicBezTo>
                <a:cubicBezTo>
                  <a:pt x="59" y="45"/>
                  <a:pt x="58" y="44"/>
                  <a:pt x="56" y="44"/>
                </a:cubicBezTo>
                <a:close/>
                <a:moveTo>
                  <a:pt x="32" y="38"/>
                </a:moveTo>
                <a:cubicBezTo>
                  <a:pt x="32" y="38"/>
                  <a:pt x="32" y="38"/>
                  <a:pt x="32" y="38"/>
                </a:cubicBezTo>
                <a:cubicBezTo>
                  <a:pt x="56" y="38"/>
                  <a:pt x="56" y="38"/>
                  <a:pt x="56" y="38"/>
                </a:cubicBezTo>
                <a:cubicBezTo>
                  <a:pt x="61" y="38"/>
                  <a:pt x="65" y="42"/>
                  <a:pt x="65" y="47"/>
                </a:cubicBezTo>
                <a:cubicBezTo>
                  <a:pt x="65" y="56"/>
                  <a:pt x="65" y="56"/>
                  <a:pt x="65" y="56"/>
                </a:cubicBezTo>
                <a:cubicBezTo>
                  <a:pt x="65" y="60"/>
                  <a:pt x="61" y="64"/>
                  <a:pt x="57" y="64"/>
                </a:cubicBezTo>
                <a:cubicBezTo>
                  <a:pt x="55" y="68"/>
                  <a:pt x="55" y="68"/>
                  <a:pt x="55" y="68"/>
                </a:cubicBezTo>
                <a:cubicBezTo>
                  <a:pt x="54" y="71"/>
                  <a:pt x="50" y="71"/>
                  <a:pt x="49" y="68"/>
                </a:cubicBezTo>
                <a:cubicBezTo>
                  <a:pt x="47" y="64"/>
                  <a:pt x="47" y="64"/>
                  <a:pt x="47" y="64"/>
                </a:cubicBezTo>
                <a:cubicBezTo>
                  <a:pt x="32" y="64"/>
                  <a:pt x="32" y="64"/>
                  <a:pt x="32" y="64"/>
                </a:cubicBezTo>
                <a:cubicBezTo>
                  <a:pt x="27" y="64"/>
                  <a:pt x="23" y="60"/>
                  <a:pt x="23" y="56"/>
                </a:cubicBezTo>
                <a:cubicBezTo>
                  <a:pt x="23" y="47"/>
                  <a:pt x="23" y="47"/>
                  <a:pt x="23" y="47"/>
                </a:cubicBezTo>
                <a:cubicBezTo>
                  <a:pt x="23" y="42"/>
                  <a:pt x="27" y="38"/>
                  <a:pt x="32" y="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515510" y="3909925"/>
            <a:ext cx="914400" cy="32194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p>
            <a:pPr defTabSz="0">
              <a:tabLst>
                <a:tab pos="494665" algn="l"/>
              </a:tabLst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  <a:sym typeface="+mn-ea"/>
              </a:rPr>
              <a:t>成立原因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  <a:sym typeface="+mn-ea"/>
            </a:endParaRPr>
          </a:p>
        </p:txBody>
      </p:sp>
      <p:sp>
        <p:nvSpPr>
          <p:cNvPr id="141" name="Freeform 202"/>
          <p:cNvSpPr>
            <a:spLocks noEditPoints="1"/>
          </p:cNvSpPr>
          <p:nvPr/>
        </p:nvSpPr>
        <p:spPr bwMode="auto">
          <a:xfrm>
            <a:off x="5459095" y="3305175"/>
            <a:ext cx="607695" cy="441960"/>
          </a:xfrm>
          <a:custGeom>
            <a:avLst/>
            <a:gdLst>
              <a:gd name="T0" fmla="*/ 36 w 72"/>
              <a:gd name="T1" fmla="*/ 0 h 45"/>
              <a:gd name="T2" fmla="*/ 71 w 72"/>
              <a:gd name="T3" fmla="*/ 21 h 45"/>
              <a:gd name="T4" fmla="*/ 71 w 72"/>
              <a:gd name="T5" fmla="*/ 24 h 45"/>
              <a:gd name="T6" fmla="*/ 71 w 72"/>
              <a:gd name="T7" fmla="*/ 24 h 45"/>
              <a:gd name="T8" fmla="*/ 36 w 72"/>
              <a:gd name="T9" fmla="*/ 45 h 45"/>
              <a:gd name="T10" fmla="*/ 1 w 72"/>
              <a:gd name="T11" fmla="*/ 24 h 45"/>
              <a:gd name="T12" fmla="*/ 1 w 72"/>
              <a:gd name="T13" fmla="*/ 21 h 45"/>
              <a:gd name="T14" fmla="*/ 36 w 72"/>
              <a:gd name="T15" fmla="*/ 0 h 45"/>
              <a:gd name="T16" fmla="*/ 36 w 72"/>
              <a:gd name="T17" fmla="*/ 6 h 45"/>
              <a:gd name="T18" fmla="*/ 36 w 72"/>
              <a:gd name="T19" fmla="*/ 6 h 45"/>
              <a:gd name="T20" fmla="*/ 52 w 72"/>
              <a:gd name="T21" fmla="*/ 22 h 45"/>
              <a:gd name="T22" fmla="*/ 36 w 72"/>
              <a:gd name="T23" fmla="*/ 38 h 45"/>
              <a:gd name="T24" fmla="*/ 20 w 72"/>
              <a:gd name="T25" fmla="*/ 22 h 45"/>
              <a:gd name="T26" fmla="*/ 36 w 72"/>
              <a:gd name="T27" fmla="*/ 6 h 45"/>
              <a:gd name="T28" fmla="*/ 36 w 72"/>
              <a:gd name="T29" fmla="*/ 12 h 45"/>
              <a:gd name="T30" fmla="*/ 36 w 72"/>
              <a:gd name="T31" fmla="*/ 12 h 45"/>
              <a:gd name="T32" fmla="*/ 25 w 72"/>
              <a:gd name="T33" fmla="*/ 22 h 45"/>
              <a:gd name="T34" fmla="*/ 36 w 72"/>
              <a:gd name="T35" fmla="*/ 33 h 45"/>
              <a:gd name="T36" fmla="*/ 47 w 72"/>
              <a:gd name="T37" fmla="*/ 22 h 45"/>
              <a:gd name="T38" fmla="*/ 36 w 72"/>
              <a:gd name="T39" fmla="*/ 12 h 45"/>
              <a:gd name="T40" fmla="*/ 41 w 72"/>
              <a:gd name="T41" fmla="*/ 22 h 45"/>
              <a:gd name="T42" fmla="*/ 41 w 72"/>
              <a:gd name="T43" fmla="*/ 22 h 45"/>
              <a:gd name="T44" fmla="*/ 43 w 72"/>
              <a:gd name="T45" fmla="*/ 21 h 45"/>
              <a:gd name="T46" fmla="*/ 44 w 72"/>
              <a:gd name="T47" fmla="*/ 22 h 45"/>
              <a:gd name="T48" fmla="*/ 36 w 72"/>
              <a:gd name="T49" fmla="*/ 31 h 45"/>
              <a:gd name="T50" fmla="*/ 34 w 72"/>
              <a:gd name="T51" fmla="*/ 29 h 45"/>
              <a:gd name="T52" fmla="*/ 36 w 72"/>
              <a:gd name="T53" fmla="*/ 27 h 45"/>
              <a:gd name="T54" fmla="*/ 41 w 72"/>
              <a:gd name="T55" fmla="*/ 23 h 45"/>
              <a:gd name="T56" fmla="*/ 41 w 72"/>
              <a:gd name="T57" fmla="*/ 23 h 45"/>
              <a:gd name="T58" fmla="*/ 41 w 72"/>
              <a:gd name="T59" fmla="*/ 22 h 45"/>
              <a:gd name="T60" fmla="*/ 31 w 72"/>
              <a:gd name="T61" fmla="*/ 20 h 45"/>
              <a:gd name="T62" fmla="*/ 31 w 72"/>
              <a:gd name="T63" fmla="*/ 20 h 45"/>
              <a:gd name="T64" fmla="*/ 29 w 72"/>
              <a:gd name="T65" fmla="*/ 21 h 45"/>
              <a:gd name="T66" fmla="*/ 28 w 72"/>
              <a:gd name="T67" fmla="*/ 19 h 45"/>
              <a:gd name="T68" fmla="*/ 33 w 72"/>
              <a:gd name="T69" fmla="*/ 15 h 45"/>
              <a:gd name="T70" fmla="*/ 35 w 72"/>
              <a:gd name="T71" fmla="*/ 16 h 45"/>
              <a:gd name="T72" fmla="*/ 34 w 72"/>
              <a:gd name="T73" fmla="*/ 18 h 45"/>
              <a:gd name="T74" fmla="*/ 31 w 72"/>
              <a:gd name="T75" fmla="*/ 20 h 45"/>
              <a:gd name="T76" fmla="*/ 36 w 72"/>
              <a:gd name="T77" fmla="*/ 5 h 45"/>
              <a:gd name="T78" fmla="*/ 36 w 72"/>
              <a:gd name="T79" fmla="*/ 5 h 45"/>
              <a:gd name="T80" fmla="*/ 6 w 72"/>
              <a:gd name="T81" fmla="*/ 22 h 45"/>
              <a:gd name="T82" fmla="*/ 36 w 72"/>
              <a:gd name="T83" fmla="*/ 40 h 45"/>
              <a:gd name="T84" fmla="*/ 66 w 72"/>
              <a:gd name="T85" fmla="*/ 22 h 45"/>
              <a:gd name="T86" fmla="*/ 36 w 72"/>
              <a:gd name="T87" fmla="*/ 5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2" h="45">
                <a:moveTo>
                  <a:pt x="36" y="0"/>
                </a:moveTo>
                <a:cubicBezTo>
                  <a:pt x="51" y="0"/>
                  <a:pt x="64" y="8"/>
                  <a:pt x="71" y="21"/>
                </a:cubicBezTo>
                <a:cubicBezTo>
                  <a:pt x="72" y="22"/>
                  <a:pt x="71" y="23"/>
                  <a:pt x="71" y="24"/>
                </a:cubicBezTo>
                <a:cubicBezTo>
                  <a:pt x="71" y="24"/>
                  <a:pt x="71" y="24"/>
                  <a:pt x="71" y="24"/>
                </a:cubicBezTo>
                <a:cubicBezTo>
                  <a:pt x="64" y="37"/>
                  <a:pt x="51" y="45"/>
                  <a:pt x="36" y="45"/>
                </a:cubicBezTo>
                <a:cubicBezTo>
                  <a:pt x="21" y="45"/>
                  <a:pt x="8" y="37"/>
                  <a:pt x="1" y="24"/>
                </a:cubicBezTo>
                <a:cubicBezTo>
                  <a:pt x="0" y="23"/>
                  <a:pt x="1" y="22"/>
                  <a:pt x="1" y="21"/>
                </a:cubicBezTo>
                <a:cubicBezTo>
                  <a:pt x="8" y="8"/>
                  <a:pt x="21" y="0"/>
                  <a:pt x="36" y="0"/>
                </a:cubicBezTo>
                <a:close/>
                <a:moveTo>
                  <a:pt x="36" y="6"/>
                </a:moveTo>
                <a:cubicBezTo>
                  <a:pt x="36" y="6"/>
                  <a:pt x="36" y="6"/>
                  <a:pt x="36" y="6"/>
                </a:cubicBezTo>
                <a:cubicBezTo>
                  <a:pt x="45" y="6"/>
                  <a:pt x="52" y="14"/>
                  <a:pt x="52" y="22"/>
                </a:cubicBezTo>
                <a:cubicBezTo>
                  <a:pt x="52" y="31"/>
                  <a:pt x="45" y="38"/>
                  <a:pt x="36" y="38"/>
                </a:cubicBezTo>
                <a:cubicBezTo>
                  <a:pt x="27" y="38"/>
                  <a:pt x="20" y="31"/>
                  <a:pt x="20" y="22"/>
                </a:cubicBezTo>
                <a:cubicBezTo>
                  <a:pt x="20" y="14"/>
                  <a:pt x="27" y="6"/>
                  <a:pt x="36" y="6"/>
                </a:cubicBezTo>
                <a:close/>
                <a:moveTo>
                  <a:pt x="36" y="12"/>
                </a:moveTo>
                <a:cubicBezTo>
                  <a:pt x="36" y="12"/>
                  <a:pt x="36" y="12"/>
                  <a:pt x="36" y="12"/>
                </a:cubicBezTo>
                <a:cubicBezTo>
                  <a:pt x="30" y="12"/>
                  <a:pt x="25" y="16"/>
                  <a:pt x="25" y="22"/>
                </a:cubicBezTo>
                <a:cubicBezTo>
                  <a:pt x="25" y="28"/>
                  <a:pt x="30" y="33"/>
                  <a:pt x="36" y="33"/>
                </a:cubicBezTo>
                <a:cubicBezTo>
                  <a:pt x="42" y="33"/>
                  <a:pt x="47" y="28"/>
                  <a:pt x="47" y="22"/>
                </a:cubicBezTo>
                <a:cubicBezTo>
                  <a:pt x="47" y="16"/>
                  <a:pt x="42" y="12"/>
                  <a:pt x="36" y="12"/>
                </a:cubicBezTo>
                <a:close/>
                <a:moveTo>
                  <a:pt x="41" y="22"/>
                </a:moveTo>
                <a:cubicBezTo>
                  <a:pt x="41" y="22"/>
                  <a:pt x="41" y="22"/>
                  <a:pt x="41" y="22"/>
                </a:cubicBezTo>
                <a:cubicBezTo>
                  <a:pt x="41" y="21"/>
                  <a:pt x="42" y="21"/>
                  <a:pt x="43" y="21"/>
                </a:cubicBezTo>
                <a:cubicBezTo>
                  <a:pt x="44" y="21"/>
                  <a:pt x="44" y="21"/>
                  <a:pt x="44" y="22"/>
                </a:cubicBezTo>
                <a:cubicBezTo>
                  <a:pt x="44" y="27"/>
                  <a:pt x="40" y="31"/>
                  <a:pt x="36" y="31"/>
                </a:cubicBezTo>
                <a:cubicBezTo>
                  <a:pt x="35" y="31"/>
                  <a:pt x="34" y="30"/>
                  <a:pt x="34" y="29"/>
                </a:cubicBezTo>
                <a:cubicBezTo>
                  <a:pt x="34" y="28"/>
                  <a:pt x="35" y="27"/>
                  <a:pt x="36" y="27"/>
                </a:cubicBezTo>
                <a:cubicBezTo>
                  <a:pt x="38" y="27"/>
                  <a:pt x="40" y="26"/>
                  <a:pt x="41" y="23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3"/>
                  <a:pt x="41" y="23"/>
                  <a:pt x="41" y="22"/>
                </a:cubicBezTo>
                <a:close/>
                <a:moveTo>
                  <a:pt x="31" y="20"/>
                </a:moveTo>
                <a:cubicBezTo>
                  <a:pt x="31" y="20"/>
                  <a:pt x="31" y="20"/>
                  <a:pt x="31" y="20"/>
                </a:cubicBezTo>
                <a:cubicBezTo>
                  <a:pt x="31" y="21"/>
                  <a:pt x="30" y="22"/>
                  <a:pt x="29" y="21"/>
                </a:cubicBezTo>
                <a:cubicBezTo>
                  <a:pt x="28" y="21"/>
                  <a:pt x="28" y="20"/>
                  <a:pt x="28" y="19"/>
                </a:cubicBezTo>
                <a:cubicBezTo>
                  <a:pt x="29" y="17"/>
                  <a:pt x="31" y="16"/>
                  <a:pt x="33" y="15"/>
                </a:cubicBezTo>
                <a:cubicBezTo>
                  <a:pt x="34" y="14"/>
                  <a:pt x="35" y="15"/>
                  <a:pt x="35" y="16"/>
                </a:cubicBezTo>
                <a:cubicBezTo>
                  <a:pt x="35" y="16"/>
                  <a:pt x="35" y="17"/>
                  <a:pt x="34" y="18"/>
                </a:cubicBezTo>
                <a:cubicBezTo>
                  <a:pt x="33" y="18"/>
                  <a:pt x="32" y="19"/>
                  <a:pt x="31" y="20"/>
                </a:cubicBezTo>
                <a:close/>
                <a:moveTo>
                  <a:pt x="36" y="5"/>
                </a:moveTo>
                <a:cubicBezTo>
                  <a:pt x="36" y="5"/>
                  <a:pt x="36" y="5"/>
                  <a:pt x="36" y="5"/>
                </a:cubicBezTo>
                <a:cubicBezTo>
                  <a:pt x="24" y="5"/>
                  <a:pt x="12" y="12"/>
                  <a:pt x="6" y="22"/>
                </a:cubicBezTo>
                <a:cubicBezTo>
                  <a:pt x="12" y="33"/>
                  <a:pt x="24" y="40"/>
                  <a:pt x="36" y="40"/>
                </a:cubicBezTo>
                <a:cubicBezTo>
                  <a:pt x="48" y="40"/>
                  <a:pt x="60" y="33"/>
                  <a:pt x="66" y="22"/>
                </a:cubicBezTo>
                <a:cubicBezTo>
                  <a:pt x="60" y="12"/>
                  <a:pt x="48" y="5"/>
                  <a:pt x="36" y="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7786">
        <p14:gallery dir="l"/>
      </p:transition>
    </mc:Choice>
    <mc:Fallback>
      <p:transition spd="slow" advTm="778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/>
      <p:bldP spid="4" grpId="0"/>
      <p:bldP spid="23" grpId="0"/>
      <p:bldP spid="24" grpId="0"/>
      <p:bldP spid="26" grpId="0"/>
      <p:bldP spid="4" grpId="1"/>
      <p:bldP spid="23" grpId="1"/>
      <p:bldP spid="24" grpId="1"/>
      <p:bldP spid="26" grpId="1"/>
      <p:bldP spid="15" grpId="0" animBg="1"/>
      <p:bldP spid="54" grpId="0" animBg="1"/>
      <p:bldP spid="2" grpId="0"/>
      <p:bldP spid="16" grpId="0" bldLvl="0" animBg="1"/>
      <p:bldP spid="135" grpId="0" bldLvl="0" animBg="1"/>
      <p:bldP spid="12" grpId="0"/>
      <p:bldP spid="17" grpId="0" bldLvl="0" animBg="1"/>
      <p:bldP spid="141" grpId="0" animBg="1"/>
      <p:bldP spid="29" grpId="0"/>
      <p:bldP spid="138" grpId="0" bldLvl="0" animBg="1"/>
      <p:bldP spid="21" grpId="0" bldLvl="0" animBg="1"/>
      <p:bldP spid="48" grpId="0" animBg="1"/>
      <p:bldP spid="14" grpId="0"/>
      <p:bldP spid="15" grpId="1" animBg="1"/>
      <p:bldP spid="54" grpId="1" animBg="1"/>
      <p:bldP spid="2" grpId="1"/>
      <p:bldP spid="16" grpId="1" animBg="1"/>
      <p:bldP spid="135" grpId="1" animBg="1"/>
      <p:bldP spid="12" grpId="1"/>
      <p:bldP spid="17" grpId="1" animBg="1"/>
      <p:bldP spid="141" grpId="1" animBg="1"/>
      <p:bldP spid="29" grpId="1"/>
      <p:bldP spid="138" grpId="1" animBg="1"/>
      <p:bldP spid="21" grpId="1" animBg="1"/>
      <p:bldP spid="48" grpId="1" animBg="1"/>
      <p:bldP spid="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泪滴形 25"/>
          <p:cNvSpPr/>
          <p:nvPr/>
        </p:nvSpPr>
        <p:spPr>
          <a:xfrm rot="8100000">
            <a:off x="5302250" y="1348740"/>
            <a:ext cx="914400" cy="914400"/>
          </a:xfrm>
          <a:prstGeom prst="teardrop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"/>
          <p:cNvSpPr txBox="1"/>
          <p:nvPr/>
        </p:nvSpPr>
        <p:spPr>
          <a:xfrm>
            <a:off x="4083283" y="2452601"/>
            <a:ext cx="3352800" cy="1060450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/>
            <a:r>
              <a:rPr lang="zh-CN" altLang="zh-CN" sz="6600" dirty="0">
                <a:solidFill>
                  <a:srgbClr val="E4AE57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</a:rPr>
              <a:t>成立原因</a:t>
            </a:r>
            <a:endParaRPr lang="zh-CN" altLang="zh-CN" sz="6600" dirty="0">
              <a:solidFill>
                <a:srgbClr val="E4AE57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18" name="TextBox 1"/>
          <p:cNvSpPr txBox="1"/>
          <p:nvPr/>
        </p:nvSpPr>
        <p:spPr>
          <a:xfrm>
            <a:off x="5512361" y="1507720"/>
            <a:ext cx="514350" cy="66103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/>
            <a:r>
              <a:rPr lang="en-US" altLang="zh-CN" sz="40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01</a:t>
            </a:r>
            <a:endParaRPr lang="en-US" altLang="zh-CN" sz="4000" b="1" dirty="0">
              <a:latin typeface="+mj-lt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3688074" y="3936692"/>
            <a:ext cx="4100830" cy="275591"/>
            <a:chOff x="4125" y="7332"/>
            <a:chExt cx="6458" cy="434"/>
          </a:xfrm>
        </p:grpSpPr>
        <p:sp>
          <p:nvSpPr>
            <p:cNvPr id="30" name="矩形 29"/>
            <p:cNvSpPr/>
            <p:nvPr/>
          </p:nvSpPr>
          <p:spPr>
            <a:xfrm>
              <a:off x="4125" y="7332"/>
              <a:ext cx="1553" cy="414"/>
            </a:xfrm>
            <a:prstGeom prst="rect">
              <a:avLst/>
            </a:prstGeom>
            <a:noFill/>
            <a:ln w="3175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277" y="733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服务初心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5760" y="7332"/>
              <a:ext cx="1553" cy="414"/>
            </a:xfrm>
            <a:prstGeom prst="rect">
              <a:avLst/>
            </a:prstGeom>
            <a:noFill/>
            <a:ln w="3175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912" y="733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响应</a:t>
              </a:r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改革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7395" y="7332"/>
              <a:ext cx="1553" cy="414"/>
            </a:xfrm>
            <a:prstGeom prst="rect">
              <a:avLst/>
            </a:prstGeom>
            <a:noFill/>
            <a:ln w="3175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547" y="733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使命不凡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9030" y="7332"/>
              <a:ext cx="1553" cy="414"/>
            </a:xfrm>
            <a:prstGeom prst="rect">
              <a:avLst/>
            </a:prstGeom>
            <a:noFill/>
            <a:ln w="6350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182" y="733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意义重大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337">
        <p14:gallery dir="l"/>
      </p:transition>
    </mc:Choice>
    <mc:Fallback>
      <p:transition spd="slow" advTm="53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QQ图片202011151811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635" y="0"/>
            <a:ext cx="11647170" cy="39878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635" y="4157527"/>
            <a:ext cx="3684270" cy="2344420"/>
          </a:xfrm>
          <a:prstGeom prst="rect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6" name="TextBox 1"/>
          <p:cNvSpPr txBox="1"/>
          <p:nvPr/>
        </p:nvSpPr>
        <p:spPr>
          <a:xfrm>
            <a:off x="1709421" y="4658361"/>
            <a:ext cx="1484630" cy="783590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/>
            <a:r>
              <a:rPr lang="zh-CN" altLang="en-US" sz="24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全心</a:t>
            </a:r>
            <a:r>
              <a:rPr lang="en-US" altLang="zh-CN" sz="24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“</a:t>
            </a:r>
            <a:r>
              <a:rPr lang="zh-CN" altLang="en-US" sz="24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权益</a:t>
            </a:r>
            <a:r>
              <a:rPr lang="en-US" altLang="zh-CN" sz="24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”</a:t>
            </a:r>
            <a:endParaRPr lang="en-US" altLang="zh-CN" sz="2400" b="1" dirty="0">
              <a:latin typeface="+mj-lt"/>
              <a:ea typeface="微软雅黑" panose="020B0503020204020204" pitchFamily="18" charset="-122"/>
              <a:cs typeface="微软雅黑" panose="020B0503020204020204" pitchFamily="18" charset="-122"/>
            </a:endParaRPr>
          </a:p>
          <a:p>
            <a:pPr defTabSz="0"/>
            <a:r>
              <a:rPr lang="zh-CN" altLang="en-US" sz="24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护你周</a:t>
            </a:r>
            <a:r>
              <a:rPr lang="en-US" altLang="zh-CN" sz="24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“</a:t>
            </a:r>
            <a:r>
              <a:rPr lang="zh-CN" altLang="en-US" sz="24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权</a:t>
            </a:r>
            <a:r>
              <a:rPr lang="en-US" altLang="zh-CN" sz="24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”</a:t>
            </a:r>
            <a:endParaRPr lang="en-US" altLang="zh-CN" sz="2400" b="1" dirty="0">
              <a:latin typeface="+mj-lt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4068445" y="4060825"/>
            <a:ext cx="7523480" cy="2538095"/>
          </a:xfrm>
          <a:prstGeom prst="rect">
            <a:avLst/>
          </a:prstGeom>
          <a:noFill/>
        </p:spPr>
        <p:txBody>
          <a:bodyPr wrap="square" lIns="0" tIns="0" rIns="0" bIns="45714" rtlCol="0">
            <a:spAutoFit/>
          </a:bodyPr>
          <a:lstStyle/>
          <a:p>
            <a:pPr defTabSz="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alibri Light" panose="020F0302020204030204" charset="0"/>
                <a:cs typeface="Calibri" panose="020F0502020204030204" pitchFamily="18" charset="0"/>
              </a:rPr>
              <a:t>         </a:t>
            </a:r>
            <a:r>
              <a:rPr lang="zh-CN" altLang="en-US" dirty="0">
                <a:solidFill>
                  <a:schemeClr val="bg1"/>
                </a:solidFill>
                <a:latin typeface="Calibri Light" panose="020F0302020204030204" charset="0"/>
                <a:cs typeface="Calibri" panose="020F0502020204030204" pitchFamily="18" charset="0"/>
              </a:rPr>
              <a:t>学生会是学校联系广大同学的桥梁和纽带。桥梁不是“单行道”，纽带不是“二极管”。学生会要“接天线”，准确把握党的声音和主张，用有效的方式传达给同学，引导广大同学把个人理想融入到党和人民的共同奋斗之中。学生会要“接地气”，植根同学、依靠同学、代表同学，听取、收集同学的普遍需求和现实困难，及时反馈给学校，帮助有效解决。</a:t>
            </a:r>
            <a:endParaRPr lang="zh-CN" altLang="en-US" dirty="0">
              <a:solidFill>
                <a:schemeClr val="bg1"/>
              </a:solidFill>
              <a:latin typeface="Calibri Light" panose="020F0302020204030204" charset="0"/>
              <a:cs typeface="Calibri" panose="020F0502020204030204" pitchFamily="18" charset="0"/>
            </a:endParaRPr>
          </a:p>
          <a:p>
            <a:pPr algn="r" defTabSz="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alibri Light" panose="020F0302020204030204" charset="0"/>
                <a:cs typeface="Calibri" panose="020F0502020204030204" pitchFamily="18" charset="0"/>
              </a:rPr>
              <a:t>——</a:t>
            </a:r>
            <a:r>
              <a:rPr lang="zh-CN" altLang="en-US" dirty="0">
                <a:solidFill>
                  <a:schemeClr val="bg1"/>
                </a:solidFill>
                <a:latin typeface="Calibri Light" panose="020F0302020204030204" charset="0"/>
                <a:cs typeface="Calibri" panose="020F0502020204030204" pitchFamily="18" charset="0"/>
              </a:rPr>
              <a:t>《关于推动高校学生会（研究生会）深化改革的若干意见》</a:t>
            </a:r>
            <a:endParaRPr lang="zh-CN" altLang="en-US" dirty="0">
              <a:solidFill>
                <a:schemeClr val="bg1"/>
              </a:solidFill>
              <a:latin typeface="Calibri Light" panose="020F0302020204030204" charset="0"/>
              <a:cs typeface="Calibri" panose="020F0502020204030204" pitchFamily="18" charset="0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9305199" y="492125"/>
            <a:ext cx="1746885" cy="537210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</a:rPr>
              <a:t>成立初心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46290" y="1029335"/>
            <a:ext cx="4032885" cy="397510"/>
          </a:xfrm>
          <a:prstGeom prst="rect">
            <a:avLst/>
          </a:prstGeom>
          <a:noFill/>
        </p:spPr>
        <p:txBody>
          <a:bodyPr wrap="square" lIns="91429" tIns="45714" rIns="91429" bIns="45714" rtlCol="0">
            <a:spAutoFit/>
          </a:bodyPr>
          <a:lstStyle/>
          <a:p>
            <a:pPr defTabSz="0"/>
            <a:r>
              <a:rPr lang="zh-CN" altLang="en-US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为同学服务，是学生会的第一要</a:t>
            </a:r>
            <a:r>
              <a:rPr lang="zh-CN" altLang="en-US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务。</a:t>
            </a:r>
            <a:endParaRPr lang="zh-CN" altLang="en-US" sz="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730250" y="4594226"/>
            <a:ext cx="838835" cy="83883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10"/>
          <p:cNvSpPr>
            <a:spLocks noChangeAspect="1" noEditPoints="1"/>
          </p:cNvSpPr>
          <p:nvPr/>
        </p:nvSpPr>
        <p:spPr bwMode="auto">
          <a:xfrm>
            <a:off x="919733" y="4779863"/>
            <a:ext cx="459871" cy="432000"/>
          </a:xfrm>
          <a:custGeom>
            <a:avLst/>
            <a:gdLst>
              <a:gd name="T0" fmla="*/ 44 w 70"/>
              <a:gd name="T1" fmla="*/ 57 h 65"/>
              <a:gd name="T2" fmla="*/ 45 w 70"/>
              <a:gd name="T3" fmla="*/ 55 h 65"/>
              <a:gd name="T4" fmla="*/ 45 w 70"/>
              <a:gd name="T5" fmla="*/ 31 h 65"/>
              <a:gd name="T6" fmla="*/ 44 w 70"/>
              <a:gd name="T7" fmla="*/ 30 h 65"/>
              <a:gd name="T8" fmla="*/ 26 w 70"/>
              <a:gd name="T9" fmla="*/ 30 h 65"/>
              <a:gd name="T10" fmla="*/ 24 w 70"/>
              <a:gd name="T11" fmla="*/ 31 h 65"/>
              <a:gd name="T12" fmla="*/ 24 w 70"/>
              <a:gd name="T13" fmla="*/ 55 h 65"/>
              <a:gd name="T14" fmla="*/ 26 w 70"/>
              <a:gd name="T15" fmla="*/ 57 h 65"/>
              <a:gd name="T16" fmla="*/ 44 w 70"/>
              <a:gd name="T17" fmla="*/ 57 h 65"/>
              <a:gd name="T18" fmla="*/ 27 w 70"/>
              <a:gd name="T19" fmla="*/ 33 h 65"/>
              <a:gd name="T20" fmla="*/ 27 w 70"/>
              <a:gd name="T21" fmla="*/ 33 h 65"/>
              <a:gd name="T22" fmla="*/ 42 w 70"/>
              <a:gd name="T23" fmla="*/ 33 h 65"/>
              <a:gd name="T24" fmla="*/ 42 w 70"/>
              <a:gd name="T25" fmla="*/ 53 h 65"/>
              <a:gd name="T26" fmla="*/ 27 w 70"/>
              <a:gd name="T27" fmla="*/ 53 h 65"/>
              <a:gd name="T28" fmla="*/ 27 w 70"/>
              <a:gd name="T29" fmla="*/ 33 h 65"/>
              <a:gd name="T30" fmla="*/ 57 w 70"/>
              <a:gd name="T31" fmla="*/ 34 h 65"/>
              <a:gd name="T32" fmla="*/ 57 w 70"/>
              <a:gd name="T33" fmla="*/ 34 h 65"/>
              <a:gd name="T34" fmla="*/ 54 w 70"/>
              <a:gd name="T35" fmla="*/ 37 h 65"/>
              <a:gd name="T36" fmla="*/ 54 w 70"/>
              <a:gd name="T37" fmla="*/ 60 h 65"/>
              <a:gd name="T38" fmla="*/ 15 w 70"/>
              <a:gd name="T39" fmla="*/ 60 h 65"/>
              <a:gd name="T40" fmla="*/ 15 w 70"/>
              <a:gd name="T41" fmla="*/ 37 h 65"/>
              <a:gd name="T42" fmla="*/ 13 w 70"/>
              <a:gd name="T43" fmla="*/ 34 h 65"/>
              <a:gd name="T44" fmla="*/ 10 w 70"/>
              <a:gd name="T45" fmla="*/ 37 h 65"/>
              <a:gd name="T46" fmla="*/ 10 w 70"/>
              <a:gd name="T47" fmla="*/ 63 h 65"/>
              <a:gd name="T48" fmla="*/ 13 w 70"/>
              <a:gd name="T49" fmla="*/ 65 h 65"/>
              <a:gd name="T50" fmla="*/ 57 w 70"/>
              <a:gd name="T51" fmla="*/ 65 h 65"/>
              <a:gd name="T52" fmla="*/ 59 w 70"/>
              <a:gd name="T53" fmla="*/ 63 h 65"/>
              <a:gd name="T54" fmla="*/ 59 w 70"/>
              <a:gd name="T55" fmla="*/ 37 h 65"/>
              <a:gd name="T56" fmla="*/ 57 w 70"/>
              <a:gd name="T57" fmla="*/ 34 h 65"/>
              <a:gd name="T58" fmla="*/ 69 w 70"/>
              <a:gd name="T59" fmla="*/ 33 h 65"/>
              <a:gd name="T60" fmla="*/ 69 w 70"/>
              <a:gd name="T61" fmla="*/ 33 h 65"/>
              <a:gd name="T62" fmla="*/ 37 w 70"/>
              <a:gd name="T63" fmla="*/ 1 h 65"/>
              <a:gd name="T64" fmla="*/ 33 w 70"/>
              <a:gd name="T65" fmla="*/ 1 h 65"/>
              <a:gd name="T66" fmla="*/ 1 w 70"/>
              <a:gd name="T67" fmla="*/ 33 h 65"/>
              <a:gd name="T68" fmla="*/ 1 w 70"/>
              <a:gd name="T69" fmla="*/ 37 h 65"/>
              <a:gd name="T70" fmla="*/ 5 w 70"/>
              <a:gd name="T71" fmla="*/ 37 h 65"/>
              <a:gd name="T72" fmla="*/ 35 w 70"/>
              <a:gd name="T73" fmla="*/ 7 h 65"/>
              <a:gd name="T74" fmla="*/ 65 w 70"/>
              <a:gd name="T75" fmla="*/ 37 h 65"/>
              <a:gd name="T76" fmla="*/ 69 w 70"/>
              <a:gd name="T77" fmla="*/ 37 h 65"/>
              <a:gd name="T78" fmla="*/ 69 w 70"/>
              <a:gd name="T79" fmla="*/ 33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0" h="65">
                <a:moveTo>
                  <a:pt x="44" y="57"/>
                </a:moveTo>
                <a:cubicBezTo>
                  <a:pt x="45" y="57"/>
                  <a:pt x="45" y="56"/>
                  <a:pt x="45" y="55"/>
                </a:cubicBezTo>
                <a:cubicBezTo>
                  <a:pt x="45" y="31"/>
                  <a:pt x="45" y="31"/>
                  <a:pt x="45" y="31"/>
                </a:cubicBezTo>
                <a:cubicBezTo>
                  <a:pt x="45" y="30"/>
                  <a:pt x="45" y="30"/>
                  <a:pt x="44" y="30"/>
                </a:cubicBezTo>
                <a:cubicBezTo>
                  <a:pt x="26" y="30"/>
                  <a:pt x="26" y="30"/>
                  <a:pt x="26" y="30"/>
                </a:cubicBezTo>
                <a:cubicBezTo>
                  <a:pt x="25" y="30"/>
                  <a:pt x="24" y="30"/>
                  <a:pt x="24" y="31"/>
                </a:cubicBezTo>
                <a:cubicBezTo>
                  <a:pt x="24" y="55"/>
                  <a:pt x="24" y="55"/>
                  <a:pt x="24" y="55"/>
                </a:cubicBezTo>
                <a:cubicBezTo>
                  <a:pt x="24" y="56"/>
                  <a:pt x="25" y="57"/>
                  <a:pt x="26" y="57"/>
                </a:cubicBezTo>
                <a:cubicBezTo>
                  <a:pt x="44" y="57"/>
                  <a:pt x="44" y="57"/>
                  <a:pt x="44" y="57"/>
                </a:cubicBezTo>
                <a:close/>
                <a:moveTo>
                  <a:pt x="27" y="33"/>
                </a:moveTo>
                <a:cubicBezTo>
                  <a:pt x="27" y="33"/>
                  <a:pt x="27" y="33"/>
                  <a:pt x="27" y="33"/>
                </a:cubicBezTo>
                <a:cubicBezTo>
                  <a:pt x="42" y="33"/>
                  <a:pt x="42" y="33"/>
                  <a:pt x="42" y="33"/>
                </a:cubicBezTo>
                <a:cubicBezTo>
                  <a:pt x="42" y="53"/>
                  <a:pt x="42" y="53"/>
                  <a:pt x="42" y="53"/>
                </a:cubicBezTo>
                <a:cubicBezTo>
                  <a:pt x="27" y="53"/>
                  <a:pt x="27" y="53"/>
                  <a:pt x="27" y="53"/>
                </a:cubicBezTo>
                <a:cubicBezTo>
                  <a:pt x="27" y="33"/>
                  <a:pt x="27" y="33"/>
                  <a:pt x="27" y="33"/>
                </a:cubicBezTo>
                <a:close/>
                <a:moveTo>
                  <a:pt x="57" y="34"/>
                </a:moveTo>
                <a:cubicBezTo>
                  <a:pt x="57" y="34"/>
                  <a:pt x="57" y="34"/>
                  <a:pt x="57" y="34"/>
                </a:cubicBezTo>
                <a:cubicBezTo>
                  <a:pt x="55" y="34"/>
                  <a:pt x="54" y="35"/>
                  <a:pt x="54" y="37"/>
                </a:cubicBezTo>
                <a:cubicBezTo>
                  <a:pt x="54" y="60"/>
                  <a:pt x="54" y="60"/>
                  <a:pt x="54" y="60"/>
                </a:cubicBezTo>
                <a:cubicBezTo>
                  <a:pt x="15" y="60"/>
                  <a:pt x="15" y="60"/>
                  <a:pt x="15" y="60"/>
                </a:cubicBezTo>
                <a:cubicBezTo>
                  <a:pt x="15" y="37"/>
                  <a:pt x="15" y="37"/>
                  <a:pt x="15" y="37"/>
                </a:cubicBezTo>
                <a:cubicBezTo>
                  <a:pt x="15" y="35"/>
                  <a:pt x="14" y="34"/>
                  <a:pt x="13" y="34"/>
                </a:cubicBezTo>
                <a:cubicBezTo>
                  <a:pt x="11" y="34"/>
                  <a:pt x="10" y="35"/>
                  <a:pt x="10" y="37"/>
                </a:cubicBezTo>
                <a:cubicBezTo>
                  <a:pt x="10" y="63"/>
                  <a:pt x="10" y="63"/>
                  <a:pt x="10" y="63"/>
                </a:cubicBezTo>
                <a:cubicBezTo>
                  <a:pt x="10" y="64"/>
                  <a:pt x="11" y="65"/>
                  <a:pt x="13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8" y="65"/>
                  <a:pt x="59" y="64"/>
                  <a:pt x="59" y="63"/>
                </a:cubicBezTo>
                <a:cubicBezTo>
                  <a:pt x="59" y="37"/>
                  <a:pt x="59" y="37"/>
                  <a:pt x="59" y="37"/>
                </a:cubicBezTo>
                <a:cubicBezTo>
                  <a:pt x="59" y="35"/>
                  <a:pt x="58" y="34"/>
                  <a:pt x="57" y="34"/>
                </a:cubicBezTo>
                <a:close/>
                <a:moveTo>
                  <a:pt x="69" y="33"/>
                </a:moveTo>
                <a:cubicBezTo>
                  <a:pt x="69" y="33"/>
                  <a:pt x="69" y="33"/>
                  <a:pt x="69" y="33"/>
                </a:cubicBezTo>
                <a:cubicBezTo>
                  <a:pt x="37" y="1"/>
                  <a:pt x="37" y="1"/>
                  <a:pt x="37" y="1"/>
                </a:cubicBezTo>
                <a:cubicBezTo>
                  <a:pt x="36" y="0"/>
                  <a:pt x="34" y="0"/>
                  <a:pt x="33" y="1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4"/>
                  <a:pt x="0" y="36"/>
                  <a:pt x="1" y="37"/>
                </a:cubicBezTo>
                <a:cubicBezTo>
                  <a:pt x="2" y="38"/>
                  <a:pt x="4" y="38"/>
                  <a:pt x="5" y="37"/>
                </a:cubicBezTo>
                <a:cubicBezTo>
                  <a:pt x="35" y="7"/>
                  <a:pt x="35" y="7"/>
                  <a:pt x="35" y="7"/>
                </a:cubicBezTo>
                <a:cubicBezTo>
                  <a:pt x="65" y="37"/>
                  <a:pt x="65" y="37"/>
                  <a:pt x="65" y="37"/>
                </a:cubicBezTo>
                <a:cubicBezTo>
                  <a:pt x="66" y="38"/>
                  <a:pt x="68" y="38"/>
                  <a:pt x="69" y="37"/>
                </a:cubicBezTo>
                <a:cubicBezTo>
                  <a:pt x="70" y="36"/>
                  <a:pt x="70" y="34"/>
                  <a:pt x="69" y="33"/>
                </a:cubicBezTo>
                <a:close/>
              </a:path>
            </a:pathLst>
          </a:custGeom>
          <a:solidFill>
            <a:srgbClr val="DAB9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203450" y="5668010"/>
            <a:ext cx="1480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——</a:t>
            </a:r>
            <a:r>
              <a:rPr lang="zh-CN" altLang="en-US"/>
              <a:t>权益部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6404">
        <p14:switch dir="r"/>
      </p:transition>
    </mc:Choice>
    <mc:Fallback>
      <p:transition spd="slow" advTm="640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7" grpId="0"/>
      <p:bldP spid="8" grpId="0"/>
      <p:bldP spid="5" grpId="0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泪滴形 25"/>
          <p:cNvSpPr/>
          <p:nvPr/>
        </p:nvSpPr>
        <p:spPr>
          <a:xfrm rot="8100000">
            <a:off x="5302250" y="1348740"/>
            <a:ext cx="914400" cy="914400"/>
          </a:xfrm>
          <a:prstGeom prst="teardrop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3" name="TextBox 1"/>
          <p:cNvSpPr txBox="1"/>
          <p:nvPr/>
        </p:nvSpPr>
        <p:spPr>
          <a:xfrm>
            <a:off x="4083283" y="2452601"/>
            <a:ext cx="3352800" cy="1060450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/>
            <a:r>
              <a:rPr lang="zh-CN" altLang="en-US" sz="6600" dirty="0">
                <a:solidFill>
                  <a:srgbClr val="E4AE57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</a:rPr>
              <a:t>部门</a:t>
            </a:r>
            <a:r>
              <a:rPr lang="zh-CN" altLang="en-US" sz="6600" dirty="0">
                <a:solidFill>
                  <a:srgbClr val="E4AE57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</a:rPr>
              <a:t>介绍</a:t>
            </a:r>
            <a:endParaRPr lang="zh-CN" altLang="en-US" sz="6600" dirty="0">
              <a:solidFill>
                <a:srgbClr val="E4AE57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5512361" y="1507720"/>
            <a:ext cx="514350" cy="66103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/>
            <a:r>
              <a:rPr lang="en-US" altLang="zh-CN" sz="40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02</a:t>
            </a:r>
            <a:endParaRPr lang="en-US" altLang="zh-CN" sz="4000" b="1" dirty="0">
              <a:latin typeface="+mj-lt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758374" y="3957508"/>
            <a:ext cx="2482850" cy="275591"/>
            <a:chOff x="6314" y="7142"/>
            <a:chExt cx="3910" cy="434"/>
          </a:xfrm>
        </p:grpSpPr>
        <p:sp>
          <p:nvSpPr>
            <p:cNvPr id="32" name="矩形 31"/>
            <p:cNvSpPr/>
            <p:nvPr/>
          </p:nvSpPr>
          <p:spPr>
            <a:xfrm>
              <a:off x="6314" y="7142"/>
              <a:ext cx="1553" cy="414"/>
            </a:xfrm>
            <a:prstGeom prst="rect">
              <a:avLst/>
            </a:prstGeom>
            <a:noFill/>
            <a:ln w="3175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466" y="714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工作简介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7949" y="7142"/>
              <a:ext cx="1553" cy="414"/>
            </a:xfrm>
            <a:prstGeom prst="rect">
              <a:avLst/>
            </a:prstGeom>
            <a:noFill/>
            <a:ln w="3175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101" y="714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维权通道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736" y="7142"/>
              <a:ext cx="48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5775">
        <p14:switch dir="r"/>
      </p:transition>
    </mc:Choice>
    <mc:Fallback>
      <p:transition spd="slow" advTm="577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 txBox="1"/>
          <p:nvPr/>
        </p:nvSpPr>
        <p:spPr>
          <a:xfrm>
            <a:off x="8545377" y="561975"/>
            <a:ext cx="2559685" cy="537210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Times New Roman" panose="02020603050405020304" pitchFamily="18" charset="0"/>
              </a:rPr>
              <a:t>部门工作简介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/>
        </p:nvGrpSpPr>
        <p:grpSpPr>
          <a:xfrm>
            <a:off x="3809365" y="1714501"/>
            <a:ext cx="3672000" cy="3671427"/>
            <a:chOff x="5747" y="2350"/>
            <a:chExt cx="6433" cy="6432"/>
          </a:xfrm>
        </p:grpSpPr>
        <p:sp>
          <p:nvSpPr>
            <p:cNvPr id="11273" name="Freeform 3"/>
            <p:cNvSpPr/>
            <p:nvPr/>
          </p:nvSpPr>
          <p:spPr>
            <a:xfrm rot="-7621736">
              <a:off x="5770" y="4690"/>
              <a:ext cx="3287" cy="3333"/>
            </a:xfrm>
            <a:custGeom>
              <a:avLst/>
              <a:gdLst>
                <a:gd name="txL" fmla="*/ 0 w 10688"/>
                <a:gd name="txT" fmla="*/ 0 h 10844"/>
                <a:gd name="txR" fmla="*/ 10688 w 10688"/>
                <a:gd name="txB" fmla="*/ 10844 h 10844"/>
              </a:gdLst>
              <a:ahLst/>
              <a:cxnLst>
                <a:cxn ang="0">
                  <a:pos x="3563" y="7062"/>
                </a:cxn>
                <a:cxn ang="0">
                  <a:pos x="3563" y="7062"/>
                </a:cxn>
                <a:cxn ang="0">
                  <a:pos x="4563" y="10749"/>
                </a:cxn>
                <a:cxn ang="0">
                  <a:pos x="7937" y="9812"/>
                </a:cxn>
                <a:cxn ang="0">
                  <a:pos x="9062" y="2782"/>
                </a:cxn>
                <a:cxn ang="0">
                  <a:pos x="2032" y="1626"/>
                </a:cxn>
                <a:cxn ang="0">
                  <a:pos x="0" y="4907"/>
                </a:cxn>
                <a:cxn ang="0">
                  <a:pos x="3563" y="7062"/>
                </a:cxn>
              </a:cxnLst>
              <a:rect l="txL" t="txT" r="txR" b="txB"/>
              <a:pathLst>
                <a:path w="10688" h="10844">
                  <a:moveTo>
                    <a:pt x="3563" y="7062"/>
                  </a:moveTo>
                  <a:lnTo>
                    <a:pt x="3563" y="7062"/>
                  </a:lnTo>
                  <a:cubicBezTo>
                    <a:pt x="4375" y="8187"/>
                    <a:pt x="4688" y="9500"/>
                    <a:pt x="4563" y="10749"/>
                  </a:cubicBezTo>
                  <a:cubicBezTo>
                    <a:pt x="5718" y="10843"/>
                    <a:pt x="6906" y="10562"/>
                    <a:pt x="7937" y="9812"/>
                  </a:cubicBezTo>
                  <a:cubicBezTo>
                    <a:pt x="10187" y="8187"/>
                    <a:pt x="10687" y="5032"/>
                    <a:pt x="9062" y="2782"/>
                  </a:cubicBezTo>
                  <a:cubicBezTo>
                    <a:pt x="7437" y="500"/>
                    <a:pt x="4282" y="0"/>
                    <a:pt x="2032" y="1626"/>
                  </a:cubicBezTo>
                  <a:cubicBezTo>
                    <a:pt x="907" y="2438"/>
                    <a:pt x="219" y="3657"/>
                    <a:pt x="0" y="4907"/>
                  </a:cubicBezTo>
                  <a:cubicBezTo>
                    <a:pt x="1375" y="5126"/>
                    <a:pt x="2688" y="5843"/>
                    <a:pt x="3563" y="7062"/>
                  </a:cubicBez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" name="Freeform 3"/>
            <p:cNvSpPr/>
            <p:nvPr/>
          </p:nvSpPr>
          <p:spPr>
            <a:xfrm rot="-2202532">
              <a:off x="6552" y="2350"/>
              <a:ext cx="3285" cy="3335"/>
            </a:xfrm>
            <a:custGeom>
              <a:avLst/>
              <a:gdLst>
                <a:gd name="txL" fmla="*/ 0 w 10688"/>
                <a:gd name="txT" fmla="*/ 0 h 10844"/>
                <a:gd name="txR" fmla="*/ 10688 w 10688"/>
                <a:gd name="txB" fmla="*/ 10844 h 10844"/>
              </a:gdLst>
              <a:ahLst/>
              <a:cxnLst>
                <a:cxn ang="0">
                  <a:pos x="3563" y="7062"/>
                </a:cxn>
                <a:cxn ang="0">
                  <a:pos x="3563" y="7062"/>
                </a:cxn>
                <a:cxn ang="0">
                  <a:pos x="4563" y="10749"/>
                </a:cxn>
                <a:cxn ang="0">
                  <a:pos x="7937" y="9812"/>
                </a:cxn>
                <a:cxn ang="0">
                  <a:pos x="9062" y="2782"/>
                </a:cxn>
                <a:cxn ang="0">
                  <a:pos x="2032" y="1626"/>
                </a:cxn>
                <a:cxn ang="0">
                  <a:pos x="0" y="4907"/>
                </a:cxn>
                <a:cxn ang="0">
                  <a:pos x="3563" y="7062"/>
                </a:cxn>
              </a:cxnLst>
              <a:rect l="txL" t="txT" r="txR" b="txB"/>
              <a:pathLst>
                <a:path w="10688" h="10844">
                  <a:moveTo>
                    <a:pt x="3563" y="7062"/>
                  </a:moveTo>
                  <a:lnTo>
                    <a:pt x="3563" y="7062"/>
                  </a:lnTo>
                  <a:cubicBezTo>
                    <a:pt x="4375" y="8187"/>
                    <a:pt x="4688" y="9500"/>
                    <a:pt x="4563" y="10749"/>
                  </a:cubicBezTo>
                  <a:cubicBezTo>
                    <a:pt x="5718" y="10843"/>
                    <a:pt x="6906" y="10562"/>
                    <a:pt x="7937" y="9812"/>
                  </a:cubicBezTo>
                  <a:cubicBezTo>
                    <a:pt x="10187" y="8187"/>
                    <a:pt x="10687" y="5032"/>
                    <a:pt x="9062" y="2782"/>
                  </a:cubicBezTo>
                  <a:cubicBezTo>
                    <a:pt x="7437" y="500"/>
                    <a:pt x="4282" y="0"/>
                    <a:pt x="2032" y="1626"/>
                  </a:cubicBezTo>
                  <a:cubicBezTo>
                    <a:pt x="907" y="2438"/>
                    <a:pt x="219" y="3657"/>
                    <a:pt x="0" y="4907"/>
                  </a:cubicBezTo>
                  <a:cubicBezTo>
                    <a:pt x="1375" y="5126"/>
                    <a:pt x="2688" y="5843"/>
                    <a:pt x="3563" y="7062"/>
                  </a:cubicBezTo>
                </a:path>
              </a:pathLst>
            </a:custGeom>
            <a:solidFill>
              <a:srgbClr val="DAB96E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5" name="Freeform 3"/>
            <p:cNvSpPr/>
            <p:nvPr/>
          </p:nvSpPr>
          <p:spPr>
            <a:xfrm rot="3202081">
              <a:off x="8870" y="3125"/>
              <a:ext cx="3287" cy="3335"/>
            </a:xfrm>
            <a:custGeom>
              <a:avLst/>
              <a:gdLst>
                <a:gd name="txL" fmla="*/ 0 w 10688"/>
                <a:gd name="txT" fmla="*/ 0 h 10844"/>
                <a:gd name="txR" fmla="*/ 10688 w 10688"/>
                <a:gd name="txB" fmla="*/ 10844 h 10844"/>
              </a:gdLst>
              <a:ahLst/>
              <a:cxnLst>
                <a:cxn ang="0">
                  <a:pos x="3563" y="7062"/>
                </a:cxn>
                <a:cxn ang="0">
                  <a:pos x="3563" y="7062"/>
                </a:cxn>
                <a:cxn ang="0">
                  <a:pos x="4563" y="10749"/>
                </a:cxn>
                <a:cxn ang="0">
                  <a:pos x="7937" y="9812"/>
                </a:cxn>
                <a:cxn ang="0">
                  <a:pos x="9062" y="2782"/>
                </a:cxn>
                <a:cxn ang="0">
                  <a:pos x="2032" y="1626"/>
                </a:cxn>
                <a:cxn ang="0">
                  <a:pos x="0" y="4907"/>
                </a:cxn>
                <a:cxn ang="0">
                  <a:pos x="3563" y="7062"/>
                </a:cxn>
              </a:cxnLst>
              <a:rect l="txL" t="txT" r="txR" b="txB"/>
              <a:pathLst>
                <a:path w="10688" h="10844">
                  <a:moveTo>
                    <a:pt x="3563" y="7062"/>
                  </a:moveTo>
                  <a:lnTo>
                    <a:pt x="3563" y="7062"/>
                  </a:lnTo>
                  <a:cubicBezTo>
                    <a:pt x="4375" y="8187"/>
                    <a:pt x="4688" y="9500"/>
                    <a:pt x="4563" y="10749"/>
                  </a:cubicBezTo>
                  <a:cubicBezTo>
                    <a:pt x="5718" y="10843"/>
                    <a:pt x="6906" y="10562"/>
                    <a:pt x="7937" y="9812"/>
                  </a:cubicBezTo>
                  <a:cubicBezTo>
                    <a:pt x="10187" y="8187"/>
                    <a:pt x="10687" y="5032"/>
                    <a:pt x="9062" y="2782"/>
                  </a:cubicBezTo>
                  <a:cubicBezTo>
                    <a:pt x="7437" y="500"/>
                    <a:pt x="4282" y="0"/>
                    <a:pt x="2032" y="1626"/>
                  </a:cubicBezTo>
                  <a:cubicBezTo>
                    <a:pt x="907" y="2438"/>
                    <a:pt x="219" y="3657"/>
                    <a:pt x="0" y="4907"/>
                  </a:cubicBezTo>
                  <a:cubicBezTo>
                    <a:pt x="1375" y="5126"/>
                    <a:pt x="2688" y="5843"/>
                    <a:pt x="3563" y="7062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Freeform 3"/>
            <p:cNvSpPr/>
            <p:nvPr/>
          </p:nvSpPr>
          <p:spPr>
            <a:xfrm rot="8579122">
              <a:off x="8090" y="5450"/>
              <a:ext cx="3285" cy="3333"/>
            </a:xfrm>
            <a:custGeom>
              <a:avLst/>
              <a:gdLst>
                <a:gd name="txL" fmla="*/ 0 w 10688"/>
                <a:gd name="txT" fmla="*/ 0 h 10844"/>
                <a:gd name="txR" fmla="*/ 10688 w 10688"/>
                <a:gd name="txB" fmla="*/ 10844 h 10844"/>
              </a:gdLst>
              <a:ahLst/>
              <a:cxnLst>
                <a:cxn ang="0">
                  <a:pos x="3563" y="7062"/>
                </a:cxn>
                <a:cxn ang="0">
                  <a:pos x="3563" y="7062"/>
                </a:cxn>
                <a:cxn ang="0">
                  <a:pos x="4563" y="10749"/>
                </a:cxn>
                <a:cxn ang="0">
                  <a:pos x="7937" y="9812"/>
                </a:cxn>
                <a:cxn ang="0">
                  <a:pos x="9062" y="2782"/>
                </a:cxn>
                <a:cxn ang="0">
                  <a:pos x="2032" y="1626"/>
                </a:cxn>
                <a:cxn ang="0">
                  <a:pos x="0" y="4907"/>
                </a:cxn>
                <a:cxn ang="0">
                  <a:pos x="3563" y="7062"/>
                </a:cxn>
              </a:cxnLst>
              <a:rect l="txL" t="txT" r="txR" b="txB"/>
              <a:pathLst>
                <a:path w="10688" h="10844">
                  <a:moveTo>
                    <a:pt x="3563" y="7062"/>
                  </a:moveTo>
                  <a:lnTo>
                    <a:pt x="3563" y="7062"/>
                  </a:lnTo>
                  <a:cubicBezTo>
                    <a:pt x="4375" y="8187"/>
                    <a:pt x="4688" y="9500"/>
                    <a:pt x="4563" y="10749"/>
                  </a:cubicBezTo>
                  <a:cubicBezTo>
                    <a:pt x="5718" y="10843"/>
                    <a:pt x="6906" y="10562"/>
                    <a:pt x="7937" y="9812"/>
                  </a:cubicBezTo>
                  <a:cubicBezTo>
                    <a:pt x="10187" y="8187"/>
                    <a:pt x="10687" y="5032"/>
                    <a:pt x="9062" y="2782"/>
                  </a:cubicBezTo>
                  <a:cubicBezTo>
                    <a:pt x="7437" y="500"/>
                    <a:pt x="4282" y="0"/>
                    <a:pt x="2032" y="1626"/>
                  </a:cubicBezTo>
                  <a:cubicBezTo>
                    <a:pt x="907" y="2438"/>
                    <a:pt x="219" y="3657"/>
                    <a:pt x="0" y="4907"/>
                  </a:cubicBezTo>
                  <a:cubicBezTo>
                    <a:pt x="1375" y="5126"/>
                    <a:pt x="2688" y="5843"/>
                    <a:pt x="3563" y="7062"/>
                  </a:cubicBezTo>
                </a:path>
              </a:pathLst>
            </a:custGeom>
            <a:solidFill>
              <a:srgbClr val="71717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81" name="TextBox 13"/>
          <p:cNvSpPr txBox="1"/>
          <p:nvPr/>
        </p:nvSpPr>
        <p:spPr>
          <a:xfrm>
            <a:off x="1708785" y="2228533"/>
            <a:ext cx="2336800" cy="24574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defTabSz="0"/>
            <a:r>
              <a:rPr lang="zh-CN" altLang="en-US" sz="1600" b="1" dirty="0">
                <a:solidFill>
                  <a:srgbClr val="DAB96E"/>
                </a:solidFill>
                <a:latin typeface="Arial" panose="020B0604020202020204" pitchFamily="34" charset="0"/>
                <a:ea typeface="微软雅黑" panose="020B0503020204020204" pitchFamily="18" charset="-122"/>
                <a:sym typeface="Arial" panose="020B0604020202020204" pitchFamily="34" charset="0"/>
              </a:rPr>
              <a:t>服务第一</a:t>
            </a:r>
            <a:endParaRPr lang="zh-CN" altLang="en-US" sz="1600" b="1" dirty="0">
              <a:solidFill>
                <a:srgbClr val="DAB96E"/>
              </a:solidFill>
              <a:latin typeface="Arial" panose="020B0604020202020204" pitchFamily="34" charset="0"/>
              <a:ea typeface="微软雅黑" panose="020B0503020204020204" pitchFamily="18" charset="-122"/>
              <a:sym typeface="Arial" panose="020B0604020202020204" pitchFamily="34" charset="0"/>
            </a:endParaRPr>
          </a:p>
        </p:txBody>
      </p:sp>
      <p:sp>
        <p:nvSpPr>
          <p:cNvPr id="11283" name="TextBox 13"/>
          <p:cNvSpPr txBox="1"/>
          <p:nvPr/>
        </p:nvSpPr>
        <p:spPr>
          <a:xfrm>
            <a:off x="1708785" y="4064001"/>
            <a:ext cx="2336800" cy="24574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defTabSz="0"/>
            <a:r>
              <a:rPr lang="zh-CN" altLang="en-US" sz="1600" b="1" dirty="0">
                <a:solidFill>
                  <a:srgbClr val="DAB96E"/>
                </a:solidFill>
                <a:latin typeface="Arial" panose="020B0604020202020204" pitchFamily="34" charset="0"/>
                <a:ea typeface="微软雅黑" panose="020B0503020204020204" pitchFamily="18" charset="-122"/>
                <a:sym typeface="Arial" panose="020B0604020202020204" pitchFamily="34" charset="0"/>
              </a:rPr>
              <a:t>紧跟动态</a:t>
            </a:r>
            <a:endParaRPr lang="zh-CN" altLang="en-US" sz="1600" b="1" dirty="0">
              <a:solidFill>
                <a:srgbClr val="DAB96E"/>
              </a:solidFill>
              <a:latin typeface="Arial" panose="020B0604020202020204" pitchFamily="34" charset="0"/>
              <a:ea typeface="微软雅黑" panose="020B0503020204020204" pitchFamily="18" charset="-122"/>
              <a:sym typeface="Arial" panose="020B0604020202020204" pitchFamily="34" charset="0"/>
            </a:endParaRPr>
          </a:p>
        </p:txBody>
      </p:sp>
      <p:sp>
        <p:nvSpPr>
          <p:cNvPr id="11285" name="TextBox 13"/>
          <p:cNvSpPr txBox="1"/>
          <p:nvPr/>
        </p:nvSpPr>
        <p:spPr>
          <a:xfrm>
            <a:off x="7967345" y="2228533"/>
            <a:ext cx="2338388" cy="24574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defTabSz="0"/>
            <a:r>
              <a:rPr lang="zh-CN" altLang="en-US" sz="1600" b="1" dirty="0">
                <a:solidFill>
                  <a:srgbClr val="DAB96E"/>
                </a:solidFill>
                <a:latin typeface="微软雅黑" panose="020B0503020204020204" pitchFamily="18" charset="-122"/>
                <a:ea typeface="微软雅黑" panose="020B0503020204020204" pitchFamily="18" charset="-122"/>
                <a:sym typeface="Arial" panose="020B0604020202020204" pitchFamily="34" charset="0"/>
              </a:rPr>
              <a:t>意见收集</a:t>
            </a:r>
            <a:endParaRPr lang="zh-CN" altLang="en-US" sz="1600" b="1" dirty="0">
              <a:solidFill>
                <a:srgbClr val="DAB96E"/>
              </a:solidFill>
              <a:latin typeface="微软雅黑" panose="020B0503020204020204" pitchFamily="18" charset="-122"/>
              <a:ea typeface="微软雅黑" panose="020B0503020204020204" pitchFamily="18" charset="-122"/>
              <a:sym typeface="Arial" panose="020B0604020202020204" pitchFamily="34" charset="0"/>
            </a:endParaRPr>
          </a:p>
        </p:txBody>
      </p:sp>
      <p:sp>
        <p:nvSpPr>
          <p:cNvPr id="11286" name="TextBox 13"/>
          <p:cNvSpPr txBox="1"/>
          <p:nvPr/>
        </p:nvSpPr>
        <p:spPr>
          <a:xfrm>
            <a:off x="7967345" y="2602865"/>
            <a:ext cx="2211070" cy="7385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 defTabSz="0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开设【线下】和【线上】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defTabSz="0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两种反馈通道</a:t>
            </a:r>
            <a:endParaRPr lang="en-US" altLang="zh-CN" sz="16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defTabSz="0"/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  <p:sp>
        <p:nvSpPr>
          <p:cNvPr id="11287" name="TextBox 13"/>
          <p:cNvSpPr txBox="1"/>
          <p:nvPr/>
        </p:nvSpPr>
        <p:spPr>
          <a:xfrm>
            <a:off x="7967345" y="4064001"/>
            <a:ext cx="2338388" cy="24574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defTabSz="0"/>
            <a:r>
              <a:rPr lang="zh-CN" altLang="en-US" sz="1600" b="1" dirty="0">
                <a:solidFill>
                  <a:srgbClr val="DAB96E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Calibri" panose="020F0502020204030204" pitchFamily="18" charset="0"/>
                <a:sym typeface="+mn-ea"/>
              </a:rPr>
              <a:t>意见反馈</a:t>
            </a:r>
            <a:endParaRPr lang="zh-CN" altLang="en-US" sz="1600" b="1" dirty="0">
              <a:solidFill>
                <a:srgbClr val="DAB96E"/>
              </a:solidFill>
              <a:latin typeface="微软雅黑" panose="020B0503020204020204" pitchFamily="18" charset="-122"/>
              <a:ea typeface="微软雅黑" panose="020B0503020204020204" pitchFamily="18" charset="-122"/>
              <a:sym typeface="Arial" panose="020B0604020202020204" pitchFamily="34" charset="0"/>
            </a:endParaRPr>
          </a:p>
        </p:txBody>
      </p:sp>
      <p:sp>
        <p:nvSpPr>
          <p:cNvPr id="2" name="Freeform 42"/>
          <p:cNvSpPr>
            <a:spLocks noEditPoints="1"/>
          </p:cNvSpPr>
          <p:nvPr/>
        </p:nvSpPr>
        <p:spPr bwMode="auto">
          <a:xfrm>
            <a:off x="4921886" y="2534286"/>
            <a:ext cx="607695" cy="353695"/>
          </a:xfrm>
          <a:custGeom>
            <a:avLst/>
            <a:gdLst>
              <a:gd name="T0" fmla="*/ 4 w 72"/>
              <a:gd name="T1" fmla="*/ 23 h 42"/>
              <a:gd name="T2" fmla="*/ 1 w 72"/>
              <a:gd name="T3" fmla="*/ 34 h 42"/>
              <a:gd name="T4" fmla="*/ 4 w 72"/>
              <a:gd name="T5" fmla="*/ 32 h 42"/>
              <a:gd name="T6" fmla="*/ 6 w 72"/>
              <a:gd name="T7" fmla="*/ 35 h 42"/>
              <a:gd name="T8" fmla="*/ 7 w 72"/>
              <a:gd name="T9" fmla="*/ 32 h 42"/>
              <a:gd name="T10" fmla="*/ 10 w 72"/>
              <a:gd name="T11" fmla="*/ 34 h 42"/>
              <a:gd name="T12" fmla="*/ 7 w 72"/>
              <a:gd name="T13" fmla="*/ 23 h 42"/>
              <a:gd name="T14" fmla="*/ 19 w 72"/>
              <a:gd name="T15" fmla="*/ 22 h 42"/>
              <a:gd name="T16" fmla="*/ 19 w 72"/>
              <a:gd name="T17" fmla="*/ 35 h 42"/>
              <a:gd name="T18" fmla="*/ 19 w 72"/>
              <a:gd name="T19" fmla="*/ 35 h 42"/>
              <a:gd name="T20" fmla="*/ 25 w 72"/>
              <a:gd name="T21" fmla="*/ 41 h 42"/>
              <a:gd name="T22" fmla="*/ 49 w 72"/>
              <a:gd name="T23" fmla="*/ 41 h 42"/>
              <a:gd name="T24" fmla="*/ 55 w 72"/>
              <a:gd name="T25" fmla="*/ 35 h 42"/>
              <a:gd name="T26" fmla="*/ 55 w 72"/>
              <a:gd name="T27" fmla="*/ 35 h 42"/>
              <a:gd name="T28" fmla="*/ 55 w 72"/>
              <a:gd name="T29" fmla="*/ 22 h 42"/>
              <a:gd name="T30" fmla="*/ 72 w 72"/>
              <a:gd name="T31" fmla="*/ 15 h 42"/>
              <a:gd name="T32" fmla="*/ 38 w 72"/>
              <a:gd name="T33" fmla="*/ 0 h 42"/>
              <a:gd name="T34" fmla="*/ 3 w 72"/>
              <a:gd name="T35" fmla="*/ 12 h 42"/>
              <a:gd name="T36" fmla="*/ 3 w 72"/>
              <a:gd name="T37" fmla="*/ 17 h 42"/>
              <a:gd name="T38" fmla="*/ 20 w 72"/>
              <a:gd name="T39" fmla="*/ 17 h 42"/>
              <a:gd name="T40" fmla="*/ 12 w 72"/>
              <a:gd name="T41" fmla="*/ 14 h 42"/>
              <a:gd name="T42" fmla="*/ 61 w 72"/>
              <a:gd name="T43" fmla="*/ 14 h 42"/>
              <a:gd name="T44" fmla="*/ 49 w 72"/>
              <a:gd name="T45" fmla="*/ 14 h 42"/>
              <a:gd name="T46" fmla="*/ 25 w 72"/>
              <a:gd name="T47" fmla="*/ 14 h 42"/>
              <a:gd name="T48" fmla="*/ 51 w 72"/>
              <a:gd name="T49" fmla="*/ 31 h 42"/>
              <a:gd name="T50" fmla="*/ 49 w 72"/>
              <a:gd name="T51" fmla="*/ 30 h 42"/>
              <a:gd name="T52" fmla="*/ 25 w 72"/>
              <a:gd name="T53" fmla="*/ 30 h 42"/>
              <a:gd name="T54" fmla="*/ 22 w 72"/>
              <a:gd name="T55" fmla="*/ 19 h 42"/>
              <a:gd name="T56" fmla="*/ 37 w 72"/>
              <a:gd name="T57" fmla="*/ 15 h 42"/>
              <a:gd name="T58" fmla="*/ 51 w 72"/>
              <a:gd name="T59" fmla="*/ 19 h 42"/>
              <a:gd name="T60" fmla="*/ 48 w 72"/>
              <a:gd name="T61" fmla="*/ 33 h 42"/>
              <a:gd name="T62" fmla="*/ 51 w 72"/>
              <a:gd name="T63" fmla="*/ 35 h 42"/>
              <a:gd name="T64" fmla="*/ 51 w 72"/>
              <a:gd name="T65" fmla="*/ 35 h 42"/>
              <a:gd name="T66" fmla="*/ 37 w 72"/>
              <a:gd name="T67" fmla="*/ 39 h 42"/>
              <a:gd name="T68" fmla="*/ 22 w 72"/>
              <a:gd name="T69" fmla="*/ 35 h 42"/>
              <a:gd name="T70" fmla="*/ 22 w 72"/>
              <a:gd name="T71" fmla="*/ 35 h 42"/>
              <a:gd name="T72" fmla="*/ 37 w 72"/>
              <a:gd name="T73" fmla="*/ 3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2" h="42">
                <a:moveTo>
                  <a:pt x="4" y="17"/>
                </a:moveTo>
                <a:cubicBezTo>
                  <a:pt x="4" y="23"/>
                  <a:pt x="4" y="23"/>
                  <a:pt x="4" y="23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3"/>
                  <a:pt x="0" y="34"/>
                  <a:pt x="1" y="34"/>
                </a:cubicBezTo>
                <a:cubicBezTo>
                  <a:pt x="2" y="34"/>
                  <a:pt x="3" y="34"/>
                  <a:pt x="3" y="33"/>
                </a:cubicBezTo>
                <a:cubicBezTo>
                  <a:pt x="4" y="32"/>
                  <a:pt x="4" y="32"/>
                  <a:pt x="4" y="32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4"/>
                  <a:pt x="5" y="35"/>
                  <a:pt x="6" y="35"/>
                </a:cubicBezTo>
                <a:cubicBezTo>
                  <a:pt x="6" y="35"/>
                  <a:pt x="7" y="34"/>
                  <a:pt x="7" y="33"/>
                </a:cubicBezTo>
                <a:cubicBezTo>
                  <a:pt x="7" y="32"/>
                  <a:pt x="7" y="32"/>
                  <a:pt x="7" y="32"/>
                </a:cubicBezTo>
                <a:cubicBezTo>
                  <a:pt x="8" y="33"/>
                  <a:pt x="8" y="33"/>
                  <a:pt x="8" y="33"/>
                </a:cubicBezTo>
                <a:cubicBezTo>
                  <a:pt x="8" y="34"/>
                  <a:pt x="9" y="34"/>
                  <a:pt x="10" y="34"/>
                </a:cubicBezTo>
                <a:cubicBezTo>
                  <a:pt x="11" y="34"/>
                  <a:pt x="11" y="33"/>
                  <a:pt x="11" y="32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18"/>
                  <a:pt x="7" y="18"/>
                  <a:pt x="7" y="18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7"/>
                  <a:pt x="21" y="39"/>
                  <a:pt x="25" y="41"/>
                </a:cubicBezTo>
                <a:cubicBezTo>
                  <a:pt x="28" y="42"/>
                  <a:pt x="32" y="42"/>
                  <a:pt x="37" y="42"/>
                </a:cubicBezTo>
                <a:cubicBezTo>
                  <a:pt x="41" y="42"/>
                  <a:pt x="46" y="42"/>
                  <a:pt x="49" y="41"/>
                </a:cubicBezTo>
                <a:cubicBezTo>
                  <a:pt x="52" y="39"/>
                  <a:pt x="55" y="37"/>
                  <a:pt x="55" y="35"/>
                </a:cubicBezTo>
                <a:cubicBezTo>
                  <a:pt x="55" y="35"/>
                  <a:pt x="55" y="35"/>
                  <a:pt x="55" y="35"/>
                </a:cubicBezTo>
                <a:cubicBezTo>
                  <a:pt x="55" y="35"/>
                  <a:pt x="55" y="35"/>
                  <a:pt x="55" y="35"/>
                </a:cubicBezTo>
                <a:cubicBezTo>
                  <a:pt x="55" y="35"/>
                  <a:pt x="55" y="35"/>
                  <a:pt x="55" y="35"/>
                </a:cubicBezTo>
                <a:cubicBezTo>
                  <a:pt x="55" y="35"/>
                  <a:pt x="55" y="35"/>
                  <a:pt x="55" y="35"/>
                </a:cubicBezTo>
                <a:cubicBezTo>
                  <a:pt x="55" y="22"/>
                  <a:pt x="55" y="22"/>
                  <a:pt x="55" y="22"/>
                </a:cubicBezTo>
                <a:cubicBezTo>
                  <a:pt x="70" y="17"/>
                  <a:pt x="70" y="17"/>
                  <a:pt x="70" y="17"/>
                </a:cubicBezTo>
                <a:cubicBezTo>
                  <a:pt x="71" y="16"/>
                  <a:pt x="72" y="16"/>
                  <a:pt x="72" y="15"/>
                </a:cubicBezTo>
                <a:cubicBezTo>
                  <a:pt x="72" y="14"/>
                  <a:pt x="72" y="12"/>
                  <a:pt x="70" y="12"/>
                </a:cubicBezTo>
                <a:cubicBezTo>
                  <a:pt x="38" y="0"/>
                  <a:pt x="38" y="0"/>
                  <a:pt x="38" y="0"/>
                </a:cubicBezTo>
                <a:cubicBezTo>
                  <a:pt x="37" y="0"/>
                  <a:pt x="36" y="0"/>
                  <a:pt x="36" y="0"/>
                </a:cubicBezTo>
                <a:cubicBezTo>
                  <a:pt x="3" y="12"/>
                  <a:pt x="3" y="12"/>
                  <a:pt x="3" y="12"/>
                </a:cubicBezTo>
                <a:cubicBezTo>
                  <a:pt x="2" y="12"/>
                  <a:pt x="2" y="13"/>
                  <a:pt x="2" y="13"/>
                </a:cubicBezTo>
                <a:cubicBezTo>
                  <a:pt x="1" y="15"/>
                  <a:pt x="2" y="16"/>
                  <a:pt x="3" y="17"/>
                </a:cubicBezTo>
                <a:cubicBezTo>
                  <a:pt x="4" y="17"/>
                  <a:pt x="4" y="17"/>
                  <a:pt x="4" y="17"/>
                </a:cubicBezTo>
                <a:close/>
                <a:moveTo>
                  <a:pt x="20" y="17"/>
                </a:moveTo>
                <a:cubicBezTo>
                  <a:pt x="20" y="17"/>
                  <a:pt x="20" y="17"/>
                  <a:pt x="20" y="17"/>
                </a:cubicBezTo>
                <a:cubicBezTo>
                  <a:pt x="12" y="14"/>
                  <a:pt x="12" y="14"/>
                  <a:pt x="12" y="14"/>
                </a:cubicBezTo>
                <a:cubicBezTo>
                  <a:pt x="37" y="5"/>
                  <a:pt x="37" y="5"/>
                  <a:pt x="37" y="5"/>
                </a:cubicBezTo>
                <a:cubicBezTo>
                  <a:pt x="61" y="14"/>
                  <a:pt x="61" y="14"/>
                  <a:pt x="61" y="14"/>
                </a:cubicBezTo>
                <a:cubicBezTo>
                  <a:pt x="54" y="17"/>
                  <a:pt x="54" y="17"/>
                  <a:pt x="54" y="17"/>
                </a:cubicBezTo>
                <a:cubicBezTo>
                  <a:pt x="53" y="16"/>
                  <a:pt x="51" y="14"/>
                  <a:pt x="49" y="14"/>
                </a:cubicBezTo>
                <a:cubicBezTo>
                  <a:pt x="46" y="13"/>
                  <a:pt x="41" y="12"/>
                  <a:pt x="37" y="12"/>
                </a:cubicBezTo>
                <a:cubicBezTo>
                  <a:pt x="32" y="12"/>
                  <a:pt x="28" y="13"/>
                  <a:pt x="25" y="14"/>
                </a:cubicBezTo>
                <a:cubicBezTo>
                  <a:pt x="22" y="14"/>
                  <a:pt x="21" y="16"/>
                  <a:pt x="20" y="17"/>
                </a:cubicBezTo>
                <a:close/>
                <a:moveTo>
                  <a:pt x="51" y="31"/>
                </a:moveTo>
                <a:cubicBezTo>
                  <a:pt x="51" y="31"/>
                  <a:pt x="51" y="31"/>
                  <a:pt x="51" y="31"/>
                </a:cubicBezTo>
                <a:cubicBezTo>
                  <a:pt x="51" y="30"/>
                  <a:pt x="50" y="30"/>
                  <a:pt x="49" y="30"/>
                </a:cubicBezTo>
                <a:cubicBezTo>
                  <a:pt x="46" y="29"/>
                  <a:pt x="41" y="28"/>
                  <a:pt x="37" y="28"/>
                </a:cubicBezTo>
                <a:cubicBezTo>
                  <a:pt x="32" y="28"/>
                  <a:pt x="28" y="29"/>
                  <a:pt x="25" y="30"/>
                </a:cubicBezTo>
                <a:cubicBezTo>
                  <a:pt x="24" y="30"/>
                  <a:pt x="23" y="30"/>
                  <a:pt x="22" y="31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8"/>
                  <a:pt x="24" y="17"/>
                  <a:pt x="26" y="17"/>
                </a:cubicBezTo>
                <a:cubicBezTo>
                  <a:pt x="29" y="16"/>
                  <a:pt x="32" y="15"/>
                  <a:pt x="37" y="15"/>
                </a:cubicBezTo>
                <a:cubicBezTo>
                  <a:pt x="41" y="15"/>
                  <a:pt x="45" y="16"/>
                  <a:pt x="48" y="17"/>
                </a:cubicBezTo>
                <a:cubicBezTo>
                  <a:pt x="50" y="17"/>
                  <a:pt x="51" y="18"/>
                  <a:pt x="51" y="19"/>
                </a:cubicBezTo>
                <a:cubicBezTo>
                  <a:pt x="51" y="31"/>
                  <a:pt x="51" y="31"/>
                  <a:pt x="51" y="31"/>
                </a:cubicBezTo>
                <a:close/>
                <a:moveTo>
                  <a:pt x="48" y="33"/>
                </a:moveTo>
                <a:cubicBezTo>
                  <a:pt x="48" y="33"/>
                  <a:pt x="48" y="33"/>
                  <a:pt x="48" y="33"/>
                </a:cubicBezTo>
                <a:cubicBezTo>
                  <a:pt x="50" y="33"/>
                  <a:pt x="51" y="34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0" y="37"/>
                  <a:pt x="48" y="37"/>
                </a:cubicBezTo>
                <a:cubicBezTo>
                  <a:pt x="45" y="38"/>
                  <a:pt x="41" y="39"/>
                  <a:pt x="37" y="39"/>
                </a:cubicBezTo>
                <a:cubicBezTo>
                  <a:pt x="32" y="39"/>
                  <a:pt x="29" y="38"/>
                  <a:pt x="26" y="37"/>
                </a:cubicBezTo>
                <a:cubicBezTo>
                  <a:pt x="24" y="37"/>
                  <a:pt x="22" y="36"/>
                  <a:pt x="22" y="35"/>
                </a:cubicBezTo>
                <a:cubicBezTo>
                  <a:pt x="22" y="35"/>
                  <a:pt x="22" y="35"/>
                  <a:pt x="22" y="35"/>
                </a:cubicBezTo>
                <a:cubicBezTo>
                  <a:pt x="22" y="35"/>
                  <a:pt x="22" y="35"/>
                  <a:pt x="22" y="35"/>
                </a:cubicBezTo>
                <a:cubicBezTo>
                  <a:pt x="22" y="34"/>
                  <a:pt x="24" y="33"/>
                  <a:pt x="26" y="33"/>
                </a:cubicBezTo>
                <a:cubicBezTo>
                  <a:pt x="29" y="32"/>
                  <a:pt x="32" y="31"/>
                  <a:pt x="37" y="31"/>
                </a:cubicBezTo>
                <a:cubicBezTo>
                  <a:pt x="41" y="31"/>
                  <a:pt x="45" y="32"/>
                  <a:pt x="48" y="3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72" name="Freeform 42"/>
          <p:cNvSpPr>
            <a:spLocks noEditPoints="1"/>
          </p:cNvSpPr>
          <p:nvPr/>
        </p:nvSpPr>
        <p:spPr bwMode="auto">
          <a:xfrm>
            <a:off x="5887085" y="4215130"/>
            <a:ext cx="411480" cy="419735"/>
          </a:xfrm>
          <a:custGeom>
            <a:avLst/>
            <a:gdLst>
              <a:gd name="T0" fmla="*/ 58 w 73"/>
              <a:gd name="T1" fmla="*/ 12 h 74"/>
              <a:gd name="T2" fmla="*/ 48 w 73"/>
              <a:gd name="T3" fmla="*/ 22 h 74"/>
              <a:gd name="T4" fmla="*/ 12 w 73"/>
              <a:gd name="T5" fmla="*/ 19 h 74"/>
              <a:gd name="T6" fmla="*/ 34 w 73"/>
              <a:gd name="T7" fmla="*/ 30 h 74"/>
              <a:gd name="T8" fmla="*/ 35 w 73"/>
              <a:gd name="T9" fmla="*/ 35 h 74"/>
              <a:gd name="T10" fmla="*/ 24 w 73"/>
              <a:gd name="T11" fmla="*/ 46 h 74"/>
              <a:gd name="T12" fmla="*/ 10 w 73"/>
              <a:gd name="T13" fmla="*/ 45 h 74"/>
              <a:gd name="T14" fmla="*/ 19 w 73"/>
              <a:gd name="T15" fmla="*/ 54 h 74"/>
              <a:gd name="T16" fmla="*/ 20 w 73"/>
              <a:gd name="T17" fmla="*/ 55 h 74"/>
              <a:gd name="T18" fmla="*/ 29 w 73"/>
              <a:gd name="T19" fmla="*/ 64 h 74"/>
              <a:gd name="T20" fmla="*/ 28 w 73"/>
              <a:gd name="T21" fmla="*/ 50 h 74"/>
              <a:gd name="T22" fmla="*/ 39 w 73"/>
              <a:gd name="T23" fmla="*/ 39 h 74"/>
              <a:gd name="T24" fmla="*/ 43 w 73"/>
              <a:gd name="T25" fmla="*/ 40 h 74"/>
              <a:gd name="T26" fmla="*/ 55 w 73"/>
              <a:gd name="T27" fmla="*/ 62 h 74"/>
              <a:gd name="T28" fmla="*/ 52 w 73"/>
              <a:gd name="T29" fmla="*/ 26 h 74"/>
              <a:gd name="T30" fmla="*/ 58 w 73"/>
              <a:gd name="T31" fmla="*/ 12 h 74"/>
              <a:gd name="T32" fmla="*/ 54 w 73"/>
              <a:gd name="T33" fmla="*/ 8 h 74"/>
              <a:gd name="T34" fmla="*/ 55 w 73"/>
              <a:gd name="T35" fmla="*/ 8 h 74"/>
              <a:gd name="T36" fmla="*/ 66 w 73"/>
              <a:gd name="T37" fmla="*/ 19 h 74"/>
              <a:gd name="T38" fmla="*/ 61 w 73"/>
              <a:gd name="T39" fmla="*/ 62 h 74"/>
              <a:gd name="T40" fmla="*/ 60 w 73"/>
              <a:gd name="T41" fmla="*/ 64 h 74"/>
              <a:gd name="T42" fmla="*/ 50 w 73"/>
              <a:gd name="T43" fmla="*/ 70 h 74"/>
              <a:gd name="T44" fmla="*/ 40 w 73"/>
              <a:gd name="T45" fmla="*/ 45 h 74"/>
              <a:gd name="T46" fmla="*/ 34 w 73"/>
              <a:gd name="T47" fmla="*/ 64 h 74"/>
              <a:gd name="T48" fmla="*/ 27 w 73"/>
              <a:gd name="T49" fmla="*/ 73 h 74"/>
              <a:gd name="T50" fmla="*/ 23 w 73"/>
              <a:gd name="T51" fmla="*/ 72 h 74"/>
              <a:gd name="T52" fmla="*/ 2 w 73"/>
              <a:gd name="T53" fmla="*/ 51 h 74"/>
              <a:gd name="T54" fmla="*/ 1 w 73"/>
              <a:gd name="T55" fmla="*/ 47 h 74"/>
              <a:gd name="T56" fmla="*/ 10 w 73"/>
              <a:gd name="T57" fmla="*/ 40 h 74"/>
              <a:gd name="T58" fmla="*/ 21 w 73"/>
              <a:gd name="T59" fmla="*/ 41 h 74"/>
              <a:gd name="T60" fmla="*/ 4 w 73"/>
              <a:gd name="T61" fmla="*/ 24 h 74"/>
              <a:gd name="T62" fmla="*/ 3 w 73"/>
              <a:gd name="T63" fmla="*/ 20 h 74"/>
              <a:gd name="T64" fmla="*/ 9 w 73"/>
              <a:gd name="T65" fmla="*/ 14 h 74"/>
              <a:gd name="T66" fmla="*/ 45 w 73"/>
              <a:gd name="T67" fmla="*/ 17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3" h="74">
                <a:moveTo>
                  <a:pt x="58" y="12"/>
                </a:moveTo>
                <a:cubicBezTo>
                  <a:pt x="58" y="12"/>
                  <a:pt x="58" y="12"/>
                  <a:pt x="58" y="12"/>
                </a:cubicBezTo>
                <a:cubicBezTo>
                  <a:pt x="48" y="22"/>
                  <a:pt x="48" y="22"/>
                  <a:pt x="48" y="22"/>
                </a:cubicBezTo>
                <a:cubicBezTo>
                  <a:pt x="48" y="22"/>
                  <a:pt x="48" y="22"/>
                  <a:pt x="48" y="22"/>
                </a:cubicBezTo>
                <a:cubicBezTo>
                  <a:pt x="48" y="22"/>
                  <a:pt x="47" y="23"/>
                  <a:pt x="46" y="22"/>
                </a:cubicBezTo>
                <a:cubicBezTo>
                  <a:pt x="12" y="19"/>
                  <a:pt x="12" y="19"/>
                  <a:pt x="12" y="19"/>
                </a:cubicBezTo>
                <a:cubicBezTo>
                  <a:pt x="10" y="21"/>
                  <a:pt x="10" y="21"/>
                  <a:pt x="10" y="21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1"/>
                  <a:pt x="35" y="31"/>
                  <a:pt x="35" y="31"/>
                </a:cubicBezTo>
                <a:cubicBezTo>
                  <a:pt x="36" y="32"/>
                  <a:pt x="36" y="34"/>
                  <a:pt x="35" y="35"/>
                </a:cubicBezTo>
                <a:cubicBezTo>
                  <a:pt x="24" y="46"/>
                  <a:pt x="24" y="46"/>
                  <a:pt x="24" y="46"/>
                </a:cubicBezTo>
                <a:cubicBezTo>
                  <a:pt x="24" y="46"/>
                  <a:pt x="24" y="46"/>
                  <a:pt x="24" y="46"/>
                </a:cubicBezTo>
                <a:cubicBezTo>
                  <a:pt x="23" y="46"/>
                  <a:pt x="23" y="47"/>
                  <a:pt x="22" y="47"/>
                </a:cubicBezTo>
                <a:cubicBezTo>
                  <a:pt x="10" y="45"/>
                  <a:pt x="10" y="45"/>
                  <a:pt x="10" y="45"/>
                </a:cubicBezTo>
                <a:cubicBezTo>
                  <a:pt x="7" y="48"/>
                  <a:pt x="7" y="48"/>
                  <a:pt x="7" y="48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20" y="54"/>
                  <a:pt x="20" y="54"/>
                  <a:pt x="20" y="55"/>
                </a:cubicBezTo>
                <a:cubicBezTo>
                  <a:pt x="26" y="67"/>
                  <a:pt x="26" y="67"/>
                  <a:pt x="26" y="67"/>
                </a:cubicBezTo>
                <a:cubicBezTo>
                  <a:pt x="29" y="64"/>
                  <a:pt x="29" y="64"/>
                  <a:pt x="29" y="64"/>
                </a:cubicBezTo>
                <a:cubicBezTo>
                  <a:pt x="27" y="52"/>
                  <a:pt x="27" y="52"/>
                  <a:pt x="27" y="52"/>
                </a:cubicBezTo>
                <a:cubicBezTo>
                  <a:pt x="27" y="51"/>
                  <a:pt x="27" y="51"/>
                  <a:pt x="28" y="50"/>
                </a:cubicBezTo>
                <a:cubicBezTo>
                  <a:pt x="39" y="39"/>
                  <a:pt x="39" y="39"/>
                  <a:pt x="39" y="39"/>
                </a:cubicBezTo>
                <a:cubicBezTo>
                  <a:pt x="39" y="39"/>
                  <a:pt x="39" y="39"/>
                  <a:pt x="39" y="39"/>
                </a:cubicBezTo>
                <a:cubicBezTo>
                  <a:pt x="39" y="39"/>
                  <a:pt x="40" y="38"/>
                  <a:pt x="40" y="38"/>
                </a:cubicBezTo>
                <a:cubicBezTo>
                  <a:pt x="41" y="38"/>
                  <a:pt x="43" y="38"/>
                  <a:pt x="43" y="40"/>
                </a:cubicBezTo>
                <a:cubicBezTo>
                  <a:pt x="53" y="64"/>
                  <a:pt x="53" y="64"/>
                  <a:pt x="53" y="64"/>
                </a:cubicBezTo>
                <a:cubicBezTo>
                  <a:pt x="55" y="62"/>
                  <a:pt x="55" y="62"/>
                  <a:pt x="55" y="62"/>
                </a:cubicBezTo>
                <a:cubicBezTo>
                  <a:pt x="51" y="28"/>
                  <a:pt x="51" y="28"/>
                  <a:pt x="51" y="28"/>
                </a:cubicBezTo>
                <a:cubicBezTo>
                  <a:pt x="51" y="27"/>
                  <a:pt x="51" y="26"/>
                  <a:pt x="52" y="26"/>
                </a:cubicBezTo>
                <a:cubicBezTo>
                  <a:pt x="62" y="16"/>
                  <a:pt x="62" y="16"/>
                  <a:pt x="62" y="16"/>
                </a:cubicBezTo>
                <a:cubicBezTo>
                  <a:pt x="65" y="13"/>
                  <a:pt x="61" y="9"/>
                  <a:pt x="58" y="12"/>
                </a:cubicBezTo>
                <a:cubicBezTo>
                  <a:pt x="58" y="12"/>
                  <a:pt x="58" y="12"/>
                  <a:pt x="58" y="12"/>
                </a:cubicBezTo>
                <a:close/>
                <a:moveTo>
                  <a:pt x="54" y="8"/>
                </a:moveTo>
                <a:cubicBezTo>
                  <a:pt x="54" y="8"/>
                  <a:pt x="54" y="8"/>
                  <a:pt x="54" y="8"/>
                </a:cubicBezTo>
                <a:cubicBezTo>
                  <a:pt x="55" y="8"/>
                  <a:pt x="55" y="8"/>
                  <a:pt x="55" y="8"/>
                </a:cubicBezTo>
                <a:cubicBezTo>
                  <a:pt x="55" y="8"/>
                  <a:pt x="55" y="8"/>
                  <a:pt x="55" y="8"/>
                </a:cubicBezTo>
                <a:cubicBezTo>
                  <a:pt x="62" y="0"/>
                  <a:pt x="73" y="12"/>
                  <a:pt x="66" y="19"/>
                </a:cubicBezTo>
                <a:cubicBezTo>
                  <a:pt x="57" y="29"/>
                  <a:pt x="57" y="29"/>
                  <a:pt x="57" y="29"/>
                </a:cubicBezTo>
                <a:cubicBezTo>
                  <a:pt x="61" y="62"/>
                  <a:pt x="61" y="62"/>
                  <a:pt x="61" y="62"/>
                </a:cubicBezTo>
                <a:cubicBezTo>
                  <a:pt x="61" y="63"/>
                  <a:pt x="60" y="64"/>
                  <a:pt x="60" y="64"/>
                </a:cubicBezTo>
                <a:cubicBezTo>
                  <a:pt x="60" y="64"/>
                  <a:pt x="60" y="64"/>
                  <a:pt x="60" y="64"/>
                </a:cubicBezTo>
                <a:cubicBezTo>
                  <a:pt x="54" y="70"/>
                  <a:pt x="54" y="70"/>
                  <a:pt x="54" y="70"/>
                </a:cubicBezTo>
                <a:cubicBezTo>
                  <a:pt x="53" y="71"/>
                  <a:pt x="51" y="71"/>
                  <a:pt x="50" y="70"/>
                </a:cubicBezTo>
                <a:cubicBezTo>
                  <a:pt x="50" y="70"/>
                  <a:pt x="50" y="70"/>
                  <a:pt x="50" y="69"/>
                </a:cubicBezTo>
                <a:cubicBezTo>
                  <a:pt x="40" y="45"/>
                  <a:pt x="40" y="45"/>
                  <a:pt x="40" y="45"/>
                </a:cubicBezTo>
                <a:cubicBezTo>
                  <a:pt x="33" y="53"/>
                  <a:pt x="33" y="53"/>
                  <a:pt x="33" y="53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4" y="66"/>
                  <a:pt x="33" y="67"/>
                </a:cubicBezTo>
                <a:cubicBezTo>
                  <a:pt x="27" y="73"/>
                  <a:pt x="27" y="73"/>
                  <a:pt x="27" y="73"/>
                </a:cubicBezTo>
                <a:cubicBezTo>
                  <a:pt x="26" y="74"/>
                  <a:pt x="24" y="74"/>
                  <a:pt x="23" y="73"/>
                </a:cubicBezTo>
                <a:cubicBezTo>
                  <a:pt x="23" y="73"/>
                  <a:pt x="23" y="72"/>
                  <a:pt x="23" y="72"/>
                </a:cubicBezTo>
                <a:cubicBezTo>
                  <a:pt x="16" y="58"/>
                  <a:pt x="16" y="58"/>
                  <a:pt x="16" y="58"/>
                </a:cubicBezTo>
                <a:cubicBezTo>
                  <a:pt x="2" y="51"/>
                  <a:pt x="2" y="51"/>
                  <a:pt x="2" y="51"/>
                </a:cubicBezTo>
                <a:cubicBezTo>
                  <a:pt x="0" y="50"/>
                  <a:pt x="0" y="49"/>
                  <a:pt x="0" y="47"/>
                </a:cubicBezTo>
                <a:cubicBezTo>
                  <a:pt x="1" y="47"/>
                  <a:pt x="1" y="47"/>
                  <a:pt x="1" y="47"/>
                </a:cubicBezTo>
                <a:cubicBezTo>
                  <a:pt x="7" y="40"/>
                  <a:pt x="7" y="40"/>
                  <a:pt x="7" y="40"/>
                </a:cubicBezTo>
                <a:cubicBezTo>
                  <a:pt x="8" y="40"/>
                  <a:pt x="9" y="39"/>
                  <a:pt x="10" y="40"/>
                </a:cubicBezTo>
                <a:cubicBezTo>
                  <a:pt x="10" y="40"/>
                  <a:pt x="10" y="40"/>
                  <a:pt x="10" y="40"/>
                </a:cubicBezTo>
                <a:cubicBezTo>
                  <a:pt x="21" y="41"/>
                  <a:pt x="21" y="41"/>
                  <a:pt x="21" y="41"/>
                </a:cubicBezTo>
                <a:cubicBezTo>
                  <a:pt x="28" y="34"/>
                  <a:pt x="28" y="34"/>
                  <a:pt x="28" y="34"/>
                </a:cubicBezTo>
                <a:cubicBezTo>
                  <a:pt x="4" y="24"/>
                  <a:pt x="4" y="24"/>
                  <a:pt x="4" y="24"/>
                </a:cubicBezTo>
                <a:cubicBezTo>
                  <a:pt x="3" y="24"/>
                  <a:pt x="2" y="22"/>
                  <a:pt x="3" y="21"/>
                </a:cubicBezTo>
                <a:cubicBezTo>
                  <a:pt x="3" y="20"/>
                  <a:pt x="3" y="20"/>
                  <a:pt x="3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9" y="14"/>
                  <a:pt x="9" y="14"/>
                  <a:pt x="9" y="14"/>
                </a:cubicBezTo>
                <a:cubicBezTo>
                  <a:pt x="10" y="13"/>
                  <a:pt x="11" y="13"/>
                  <a:pt x="12" y="13"/>
                </a:cubicBezTo>
                <a:cubicBezTo>
                  <a:pt x="45" y="17"/>
                  <a:pt x="45" y="17"/>
                  <a:pt x="45" y="17"/>
                </a:cubicBezTo>
                <a:cubicBezTo>
                  <a:pt x="54" y="8"/>
                  <a:pt x="54" y="8"/>
                  <a:pt x="54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111" name="Freeform 172"/>
          <p:cNvSpPr>
            <a:spLocks noEditPoints="1"/>
          </p:cNvSpPr>
          <p:nvPr/>
        </p:nvSpPr>
        <p:spPr bwMode="auto">
          <a:xfrm>
            <a:off x="4634231" y="3747770"/>
            <a:ext cx="379730" cy="471170"/>
          </a:xfrm>
          <a:custGeom>
            <a:avLst/>
            <a:gdLst>
              <a:gd name="T0" fmla="*/ 7 w 49"/>
              <a:gd name="T1" fmla="*/ 24 h 61"/>
              <a:gd name="T2" fmla="*/ 13 w 49"/>
              <a:gd name="T3" fmla="*/ 5 h 61"/>
              <a:gd name="T4" fmla="*/ 25 w 49"/>
              <a:gd name="T5" fmla="*/ 0 h 61"/>
              <a:gd name="T6" fmla="*/ 42 w 49"/>
              <a:gd name="T7" fmla="*/ 17 h 61"/>
              <a:gd name="T8" fmla="*/ 43 w 49"/>
              <a:gd name="T9" fmla="*/ 24 h 61"/>
              <a:gd name="T10" fmla="*/ 49 w 49"/>
              <a:gd name="T11" fmla="*/ 31 h 61"/>
              <a:gd name="T12" fmla="*/ 47 w 49"/>
              <a:gd name="T13" fmla="*/ 59 h 61"/>
              <a:gd name="T14" fmla="*/ 43 w 49"/>
              <a:gd name="T15" fmla="*/ 61 h 61"/>
              <a:gd name="T16" fmla="*/ 2 w 49"/>
              <a:gd name="T17" fmla="*/ 59 h 61"/>
              <a:gd name="T18" fmla="*/ 0 w 49"/>
              <a:gd name="T19" fmla="*/ 31 h 61"/>
              <a:gd name="T20" fmla="*/ 2 w 49"/>
              <a:gd name="T21" fmla="*/ 26 h 61"/>
              <a:gd name="T22" fmla="*/ 25 w 49"/>
              <a:gd name="T23" fmla="*/ 44 h 61"/>
              <a:gd name="T24" fmla="*/ 25 w 49"/>
              <a:gd name="T25" fmla="*/ 44 h 61"/>
              <a:gd name="T26" fmla="*/ 27 w 49"/>
              <a:gd name="T27" fmla="*/ 43 h 61"/>
              <a:gd name="T28" fmla="*/ 27 w 49"/>
              <a:gd name="T29" fmla="*/ 38 h 61"/>
              <a:gd name="T30" fmla="*/ 22 w 49"/>
              <a:gd name="T31" fmla="*/ 38 h 61"/>
              <a:gd name="T32" fmla="*/ 22 w 49"/>
              <a:gd name="T33" fmla="*/ 43 h 61"/>
              <a:gd name="T34" fmla="*/ 26 w 49"/>
              <a:gd name="T35" fmla="*/ 47 h 61"/>
              <a:gd name="T36" fmla="*/ 26 w 49"/>
              <a:gd name="T37" fmla="*/ 50 h 61"/>
              <a:gd name="T38" fmla="*/ 23 w 49"/>
              <a:gd name="T39" fmla="*/ 50 h 61"/>
              <a:gd name="T40" fmla="*/ 20 w 49"/>
              <a:gd name="T41" fmla="*/ 45 h 61"/>
              <a:gd name="T42" fmla="*/ 20 w 49"/>
              <a:gd name="T43" fmla="*/ 36 h 61"/>
              <a:gd name="T44" fmla="*/ 29 w 49"/>
              <a:gd name="T45" fmla="*/ 36 h 61"/>
              <a:gd name="T46" fmla="*/ 29 w 49"/>
              <a:gd name="T47" fmla="*/ 45 h 61"/>
              <a:gd name="T48" fmla="*/ 13 w 49"/>
              <a:gd name="T49" fmla="*/ 24 h 61"/>
              <a:gd name="T50" fmla="*/ 37 w 49"/>
              <a:gd name="T51" fmla="*/ 24 h 61"/>
              <a:gd name="T52" fmla="*/ 33 w 49"/>
              <a:gd name="T53" fmla="*/ 9 h 61"/>
              <a:gd name="T54" fmla="*/ 17 w 49"/>
              <a:gd name="T55" fmla="*/ 8 h 61"/>
              <a:gd name="T56" fmla="*/ 13 w 49"/>
              <a:gd name="T57" fmla="*/ 17 h 61"/>
              <a:gd name="T58" fmla="*/ 43 w 49"/>
              <a:gd name="T59" fmla="*/ 29 h 61"/>
              <a:gd name="T60" fmla="*/ 39 w 49"/>
              <a:gd name="T61" fmla="*/ 29 h 61"/>
              <a:gd name="T62" fmla="*/ 39 w 49"/>
              <a:gd name="T63" fmla="*/ 29 h 61"/>
              <a:gd name="T64" fmla="*/ 10 w 49"/>
              <a:gd name="T65" fmla="*/ 29 h 61"/>
              <a:gd name="T66" fmla="*/ 7 w 49"/>
              <a:gd name="T67" fmla="*/ 29 h 61"/>
              <a:gd name="T68" fmla="*/ 6 w 49"/>
              <a:gd name="T69" fmla="*/ 30 h 61"/>
              <a:gd name="T70" fmla="*/ 6 w 49"/>
              <a:gd name="T71" fmla="*/ 55 h 61"/>
              <a:gd name="T72" fmla="*/ 7 w 49"/>
              <a:gd name="T73" fmla="*/ 56 h 61"/>
              <a:gd name="T74" fmla="*/ 43 w 49"/>
              <a:gd name="T75" fmla="*/ 56 h 61"/>
              <a:gd name="T76" fmla="*/ 44 w 49"/>
              <a:gd name="T77" fmla="*/ 55 h 61"/>
              <a:gd name="T78" fmla="*/ 43 w 49"/>
              <a:gd name="T79" fmla="*/ 30 h 61"/>
              <a:gd name="T80" fmla="*/ 47 w 49"/>
              <a:gd name="T81" fmla="*/ 60 h 61"/>
              <a:gd name="T82" fmla="*/ 43 w 49"/>
              <a:gd name="T83" fmla="*/ 59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9" h="61">
                <a:moveTo>
                  <a:pt x="7" y="24"/>
                </a:moveTo>
                <a:cubicBezTo>
                  <a:pt x="7" y="24"/>
                  <a:pt x="7" y="24"/>
                  <a:pt x="7" y="24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2"/>
                  <a:pt x="9" y="8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6" y="2"/>
                  <a:pt x="20" y="0"/>
                  <a:pt x="25" y="0"/>
                </a:cubicBezTo>
                <a:cubicBezTo>
                  <a:pt x="30" y="0"/>
                  <a:pt x="34" y="2"/>
                  <a:pt x="37" y="5"/>
                </a:cubicBezTo>
                <a:cubicBezTo>
                  <a:pt x="40" y="8"/>
                  <a:pt x="42" y="12"/>
                  <a:pt x="42" y="17"/>
                </a:cubicBezTo>
                <a:cubicBezTo>
                  <a:pt x="42" y="24"/>
                  <a:pt x="42" y="24"/>
                  <a:pt x="42" y="24"/>
                </a:cubicBezTo>
                <a:cubicBezTo>
                  <a:pt x="43" y="24"/>
                  <a:pt x="43" y="24"/>
                  <a:pt x="43" y="24"/>
                </a:cubicBezTo>
                <a:cubicBezTo>
                  <a:pt x="44" y="24"/>
                  <a:pt x="46" y="25"/>
                  <a:pt x="47" y="26"/>
                </a:cubicBezTo>
                <a:cubicBezTo>
                  <a:pt x="48" y="27"/>
                  <a:pt x="49" y="29"/>
                  <a:pt x="49" y="31"/>
                </a:cubicBezTo>
                <a:cubicBezTo>
                  <a:pt x="49" y="55"/>
                  <a:pt x="49" y="55"/>
                  <a:pt x="49" y="55"/>
                </a:cubicBezTo>
                <a:cubicBezTo>
                  <a:pt x="49" y="57"/>
                  <a:pt x="48" y="58"/>
                  <a:pt x="47" y="59"/>
                </a:cubicBezTo>
                <a:cubicBezTo>
                  <a:pt x="47" y="60"/>
                  <a:pt x="47" y="60"/>
                  <a:pt x="47" y="60"/>
                </a:cubicBezTo>
                <a:cubicBezTo>
                  <a:pt x="46" y="61"/>
                  <a:pt x="44" y="61"/>
                  <a:pt x="43" y="61"/>
                </a:cubicBezTo>
                <a:cubicBezTo>
                  <a:pt x="7" y="61"/>
                  <a:pt x="7" y="61"/>
                  <a:pt x="7" y="61"/>
                </a:cubicBezTo>
                <a:cubicBezTo>
                  <a:pt x="5" y="61"/>
                  <a:pt x="4" y="61"/>
                  <a:pt x="2" y="59"/>
                </a:cubicBezTo>
                <a:cubicBezTo>
                  <a:pt x="1" y="58"/>
                  <a:pt x="0" y="57"/>
                  <a:pt x="0" y="55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1" y="27"/>
                  <a:pt x="2" y="26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5"/>
                  <a:pt x="5" y="24"/>
                  <a:pt x="7" y="24"/>
                </a:cubicBezTo>
                <a:close/>
                <a:moveTo>
                  <a:pt x="25" y="44"/>
                </a:moveTo>
                <a:cubicBezTo>
                  <a:pt x="25" y="44"/>
                  <a:pt x="25" y="44"/>
                  <a:pt x="25" y="44"/>
                </a:cubicBezTo>
                <a:cubicBezTo>
                  <a:pt x="25" y="44"/>
                  <a:pt x="25" y="44"/>
                  <a:pt x="25" y="44"/>
                </a:cubicBezTo>
                <a:cubicBezTo>
                  <a:pt x="25" y="44"/>
                  <a:pt x="25" y="44"/>
                  <a:pt x="25" y="44"/>
                </a:cubicBezTo>
                <a:cubicBezTo>
                  <a:pt x="26" y="44"/>
                  <a:pt x="27" y="43"/>
                  <a:pt x="27" y="43"/>
                </a:cubicBezTo>
                <a:cubicBezTo>
                  <a:pt x="28" y="42"/>
                  <a:pt x="28" y="41"/>
                  <a:pt x="28" y="40"/>
                </a:cubicBezTo>
                <a:cubicBezTo>
                  <a:pt x="28" y="39"/>
                  <a:pt x="28" y="39"/>
                  <a:pt x="27" y="38"/>
                </a:cubicBezTo>
                <a:cubicBezTo>
                  <a:pt x="27" y="37"/>
                  <a:pt x="26" y="37"/>
                  <a:pt x="25" y="37"/>
                </a:cubicBezTo>
                <a:cubicBezTo>
                  <a:pt x="24" y="37"/>
                  <a:pt x="23" y="37"/>
                  <a:pt x="22" y="38"/>
                </a:cubicBezTo>
                <a:cubicBezTo>
                  <a:pt x="22" y="39"/>
                  <a:pt x="21" y="39"/>
                  <a:pt x="21" y="40"/>
                </a:cubicBezTo>
                <a:cubicBezTo>
                  <a:pt x="21" y="41"/>
                  <a:pt x="22" y="42"/>
                  <a:pt x="22" y="43"/>
                </a:cubicBezTo>
                <a:cubicBezTo>
                  <a:pt x="23" y="43"/>
                  <a:pt x="24" y="44"/>
                  <a:pt x="25" y="44"/>
                </a:cubicBezTo>
                <a:close/>
                <a:moveTo>
                  <a:pt x="26" y="47"/>
                </a:moveTo>
                <a:cubicBezTo>
                  <a:pt x="26" y="47"/>
                  <a:pt x="26" y="47"/>
                  <a:pt x="26" y="47"/>
                </a:cubicBezTo>
                <a:cubicBezTo>
                  <a:pt x="26" y="50"/>
                  <a:pt x="26" y="50"/>
                  <a:pt x="26" y="50"/>
                </a:cubicBezTo>
                <a:cubicBezTo>
                  <a:pt x="26" y="51"/>
                  <a:pt x="26" y="52"/>
                  <a:pt x="25" y="52"/>
                </a:cubicBezTo>
                <a:cubicBezTo>
                  <a:pt x="24" y="52"/>
                  <a:pt x="23" y="51"/>
                  <a:pt x="23" y="50"/>
                </a:cubicBezTo>
                <a:cubicBezTo>
                  <a:pt x="23" y="47"/>
                  <a:pt x="23" y="47"/>
                  <a:pt x="23" y="47"/>
                </a:cubicBezTo>
                <a:cubicBezTo>
                  <a:pt x="22" y="46"/>
                  <a:pt x="21" y="46"/>
                  <a:pt x="20" y="45"/>
                </a:cubicBezTo>
                <a:cubicBezTo>
                  <a:pt x="19" y="44"/>
                  <a:pt x="18" y="42"/>
                  <a:pt x="18" y="40"/>
                </a:cubicBezTo>
                <a:cubicBezTo>
                  <a:pt x="18" y="38"/>
                  <a:pt x="19" y="37"/>
                  <a:pt x="20" y="36"/>
                </a:cubicBezTo>
                <a:cubicBezTo>
                  <a:pt x="21" y="34"/>
                  <a:pt x="23" y="34"/>
                  <a:pt x="25" y="34"/>
                </a:cubicBezTo>
                <a:cubicBezTo>
                  <a:pt x="27" y="34"/>
                  <a:pt x="28" y="34"/>
                  <a:pt x="29" y="36"/>
                </a:cubicBezTo>
                <a:cubicBezTo>
                  <a:pt x="31" y="37"/>
                  <a:pt x="31" y="38"/>
                  <a:pt x="31" y="40"/>
                </a:cubicBezTo>
                <a:cubicBezTo>
                  <a:pt x="31" y="42"/>
                  <a:pt x="31" y="44"/>
                  <a:pt x="29" y="45"/>
                </a:cubicBezTo>
                <a:cubicBezTo>
                  <a:pt x="29" y="46"/>
                  <a:pt x="28" y="46"/>
                  <a:pt x="26" y="47"/>
                </a:cubicBezTo>
                <a:close/>
                <a:moveTo>
                  <a:pt x="13" y="24"/>
                </a:moveTo>
                <a:cubicBezTo>
                  <a:pt x="13" y="24"/>
                  <a:pt x="13" y="24"/>
                  <a:pt x="13" y="24"/>
                </a:cubicBezTo>
                <a:cubicBezTo>
                  <a:pt x="37" y="24"/>
                  <a:pt x="37" y="24"/>
                  <a:pt x="37" y="24"/>
                </a:cubicBezTo>
                <a:cubicBezTo>
                  <a:pt x="37" y="17"/>
                  <a:pt x="37" y="17"/>
                  <a:pt x="37" y="17"/>
                </a:cubicBezTo>
                <a:cubicBezTo>
                  <a:pt x="37" y="14"/>
                  <a:pt x="35" y="11"/>
                  <a:pt x="33" y="9"/>
                </a:cubicBezTo>
                <a:cubicBezTo>
                  <a:pt x="31" y="6"/>
                  <a:pt x="28" y="5"/>
                  <a:pt x="25" y="5"/>
                </a:cubicBezTo>
                <a:cubicBezTo>
                  <a:pt x="22" y="5"/>
                  <a:pt x="19" y="6"/>
                  <a:pt x="17" y="8"/>
                </a:cubicBezTo>
                <a:cubicBezTo>
                  <a:pt x="16" y="9"/>
                  <a:pt x="16" y="9"/>
                  <a:pt x="16" y="9"/>
                </a:cubicBezTo>
                <a:cubicBezTo>
                  <a:pt x="14" y="11"/>
                  <a:pt x="13" y="14"/>
                  <a:pt x="13" y="17"/>
                </a:cubicBezTo>
                <a:cubicBezTo>
                  <a:pt x="13" y="24"/>
                  <a:pt x="13" y="24"/>
                  <a:pt x="13" y="24"/>
                </a:cubicBezTo>
                <a:close/>
                <a:moveTo>
                  <a:pt x="43" y="29"/>
                </a:moveTo>
                <a:cubicBezTo>
                  <a:pt x="43" y="29"/>
                  <a:pt x="43" y="29"/>
                  <a:pt x="43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9"/>
                  <a:pt x="6" y="30"/>
                  <a:pt x="6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6" y="30"/>
                  <a:pt x="6" y="31"/>
                </a:cubicBezTo>
                <a:cubicBezTo>
                  <a:pt x="6" y="55"/>
                  <a:pt x="6" y="55"/>
                  <a:pt x="6" y="55"/>
                </a:cubicBezTo>
                <a:cubicBezTo>
                  <a:pt x="6" y="55"/>
                  <a:pt x="6" y="55"/>
                  <a:pt x="6" y="55"/>
                </a:cubicBezTo>
                <a:cubicBezTo>
                  <a:pt x="6" y="56"/>
                  <a:pt x="7" y="56"/>
                  <a:pt x="7" y="56"/>
                </a:cubicBezTo>
                <a:cubicBezTo>
                  <a:pt x="43" y="56"/>
                  <a:pt x="43" y="56"/>
                  <a:pt x="43" y="56"/>
                </a:cubicBezTo>
                <a:cubicBezTo>
                  <a:pt x="43" y="56"/>
                  <a:pt x="43" y="56"/>
                  <a:pt x="43" y="56"/>
                </a:cubicBezTo>
                <a:cubicBezTo>
                  <a:pt x="43" y="55"/>
                  <a:pt x="43" y="55"/>
                  <a:pt x="43" y="55"/>
                </a:cubicBezTo>
                <a:cubicBezTo>
                  <a:pt x="44" y="55"/>
                  <a:pt x="44" y="55"/>
                  <a:pt x="44" y="55"/>
                </a:cubicBezTo>
                <a:cubicBezTo>
                  <a:pt x="44" y="31"/>
                  <a:pt x="44" y="31"/>
                  <a:pt x="44" y="31"/>
                </a:cubicBezTo>
                <a:cubicBezTo>
                  <a:pt x="44" y="30"/>
                  <a:pt x="44" y="30"/>
                  <a:pt x="43" y="30"/>
                </a:cubicBezTo>
                <a:cubicBezTo>
                  <a:pt x="43" y="30"/>
                  <a:pt x="43" y="29"/>
                  <a:pt x="43" y="29"/>
                </a:cubicBezTo>
                <a:close/>
                <a:moveTo>
                  <a:pt x="47" y="60"/>
                </a:moveTo>
                <a:cubicBezTo>
                  <a:pt x="47" y="60"/>
                  <a:pt x="47" y="60"/>
                  <a:pt x="47" y="60"/>
                </a:cubicBezTo>
                <a:cubicBezTo>
                  <a:pt x="46" y="60"/>
                  <a:pt x="44" y="60"/>
                  <a:pt x="43" y="59"/>
                </a:cubicBezTo>
                <a:cubicBezTo>
                  <a:pt x="47" y="60"/>
                  <a:pt x="47" y="60"/>
                  <a:pt x="47" y="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3" name="Freeform 6"/>
          <p:cNvSpPr>
            <a:spLocks noEditPoints="1"/>
          </p:cNvSpPr>
          <p:nvPr/>
        </p:nvSpPr>
        <p:spPr bwMode="auto">
          <a:xfrm>
            <a:off x="6315076" y="2928621"/>
            <a:ext cx="412750" cy="412750"/>
          </a:xfrm>
          <a:custGeom>
            <a:avLst/>
            <a:gdLst>
              <a:gd name="T0" fmla="*/ 3 w 69"/>
              <a:gd name="T1" fmla="*/ 0 h 69"/>
              <a:gd name="T2" fmla="*/ 69 w 69"/>
              <a:gd name="T3" fmla="*/ 3 h 69"/>
              <a:gd name="T4" fmla="*/ 69 w 69"/>
              <a:gd name="T5" fmla="*/ 66 h 69"/>
              <a:gd name="T6" fmla="*/ 66 w 69"/>
              <a:gd name="T7" fmla="*/ 69 h 69"/>
              <a:gd name="T8" fmla="*/ 0 w 69"/>
              <a:gd name="T9" fmla="*/ 66 h 69"/>
              <a:gd name="T10" fmla="*/ 0 w 69"/>
              <a:gd name="T11" fmla="*/ 3 h 69"/>
              <a:gd name="T12" fmla="*/ 35 w 69"/>
              <a:gd name="T13" fmla="*/ 50 h 69"/>
              <a:gd name="T14" fmla="*/ 38 w 69"/>
              <a:gd name="T15" fmla="*/ 56 h 69"/>
              <a:gd name="T16" fmla="*/ 53 w 69"/>
              <a:gd name="T17" fmla="*/ 55 h 69"/>
              <a:gd name="T18" fmla="*/ 53 w 69"/>
              <a:gd name="T19" fmla="*/ 41 h 69"/>
              <a:gd name="T20" fmla="*/ 42 w 69"/>
              <a:gd name="T21" fmla="*/ 39 h 69"/>
              <a:gd name="T22" fmla="*/ 54 w 69"/>
              <a:gd name="T23" fmla="*/ 34 h 69"/>
              <a:gd name="T24" fmla="*/ 39 w 69"/>
              <a:gd name="T25" fmla="*/ 28 h 69"/>
              <a:gd name="T26" fmla="*/ 40 w 69"/>
              <a:gd name="T27" fmla="*/ 45 h 69"/>
              <a:gd name="T28" fmla="*/ 48 w 69"/>
              <a:gd name="T29" fmla="*/ 44 h 69"/>
              <a:gd name="T30" fmla="*/ 48 w 69"/>
              <a:gd name="T31" fmla="*/ 53 h 69"/>
              <a:gd name="T32" fmla="*/ 42 w 69"/>
              <a:gd name="T33" fmla="*/ 53 h 69"/>
              <a:gd name="T34" fmla="*/ 35 w 69"/>
              <a:gd name="T35" fmla="*/ 50 h 69"/>
              <a:gd name="T36" fmla="*/ 26 w 69"/>
              <a:gd name="T37" fmla="*/ 58 h 69"/>
              <a:gd name="T38" fmla="*/ 22 w 69"/>
              <a:gd name="T39" fmla="*/ 28 h 69"/>
              <a:gd name="T40" fmla="*/ 13 w 69"/>
              <a:gd name="T41" fmla="*/ 35 h 69"/>
              <a:gd name="T42" fmla="*/ 20 w 69"/>
              <a:gd name="T43" fmla="*/ 36 h 69"/>
              <a:gd name="T44" fmla="*/ 26 w 69"/>
              <a:gd name="T45" fmla="*/ 58 h 69"/>
              <a:gd name="T46" fmla="*/ 6 w 69"/>
              <a:gd name="T47" fmla="*/ 18 h 69"/>
              <a:gd name="T48" fmla="*/ 64 w 69"/>
              <a:gd name="T49" fmla="*/ 6 h 69"/>
              <a:gd name="T50" fmla="*/ 58 w 69"/>
              <a:gd name="T51" fmla="*/ 10 h 69"/>
              <a:gd name="T52" fmla="*/ 53 w 69"/>
              <a:gd name="T53" fmla="*/ 10 h 69"/>
              <a:gd name="T54" fmla="*/ 44 w 69"/>
              <a:gd name="T55" fmla="*/ 6 h 69"/>
              <a:gd name="T56" fmla="*/ 42 w 69"/>
              <a:gd name="T57" fmla="*/ 12 h 69"/>
              <a:gd name="T58" fmla="*/ 39 w 69"/>
              <a:gd name="T59" fmla="*/ 6 h 69"/>
              <a:gd name="T60" fmla="*/ 30 w 69"/>
              <a:gd name="T61" fmla="*/ 10 h 69"/>
              <a:gd name="T62" fmla="*/ 25 w 69"/>
              <a:gd name="T63" fmla="*/ 10 h 69"/>
              <a:gd name="T64" fmla="*/ 16 w 69"/>
              <a:gd name="T65" fmla="*/ 6 h 69"/>
              <a:gd name="T66" fmla="*/ 13 w 69"/>
              <a:gd name="T67" fmla="*/ 12 h 69"/>
              <a:gd name="T68" fmla="*/ 11 w 69"/>
              <a:gd name="T69" fmla="*/ 6 h 69"/>
              <a:gd name="T70" fmla="*/ 6 w 69"/>
              <a:gd name="T71" fmla="*/ 18 h 69"/>
              <a:gd name="T72" fmla="*/ 64 w 69"/>
              <a:gd name="T73" fmla="*/ 21 h 69"/>
              <a:gd name="T74" fmla="*/ 6 w 69"/>
              <a:gd name="T75" fmla="*/ 64 h 69"/>
              <a:gd name="T76" fmla="*/ 64 w 69"/>
              <a:gd name="T77" fmla="*/ 21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9" h="69">
                <a:moveTo>
                  <a:pt x="3" y="0"/>
                </a:moveTo>
                <a:cubicBezTo>
                  <a:pt x="3" y="0"/>
                  <a:pt x="3" y="0"/>
                  <a:pt x="3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8" y="0"/>
                  <a:pt x="69" y="2"/>
                  <a:pt x="69" y="3"/>
                </a:cubicBezTo>
                <a:cubicBezTo>
                  <a:pt x="69" y="3"/>
                  <a:pt x="69" y="3"/>
                  <a:pt x="69" y="3"/>
                </a:cubicBezTo>
                <a:cubicBezTo>
                  <a:pt x="69" y="66"/>
                  <a:pt x="69" y="66"/>
                  <a:pt x="69" y="66"/>
                </a:cubicBezTo>
                <a:cubicBezTo>
                  <a:pt x="69" y="68"/>
                  <a:pt x="68" y="69"/>
                  <a:pt x="66" y="69"/>
                </a:cubicBezTo>
                <a:cubicBezTo>
                  <a:pt x="66" y="69"/>
                  <a:pt x="66" y="69"/>
                  <a:pt x="66" y="69"/>
                </a:cubicBezTo>
                <a:cubicBezTo>
                  <a:pt x="3" y="69"/>
                  <a:pt x="3" y="69"/>
                  <a:pt x="3" y="69"/>
                </a:cubicBezTo>
                <a:cubicBezTo>
                  <a:pt x="2" y="69"/>
                  <a:pt x="0" y="68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0"/>
                  <a:pt x="3" y="0"/>
                </a:cubicBezTo>
                <a:close/>
                <a:moveTo>
                  <a:pt x="35" y="50"/>
                </a:moveTo>
                <a:cubicBezTo>
                  <a:pt x="35" y="50"/>
                  <a:pt x="35" y="50"/>
                  <a:pt x="35" y="50"/>
                </a:cubicBezTo>
                <a:cubicBezTo>
                  <a:pt x="35" y="53"/>
                  <a:pt x="36" y="55"/>
                  <a:pt x="38" y="56"/>
                </a:cubicBezTo>
                <a:cubicBezTo>
                  <a:pt x="40" y="58"/>
                  <a:pt x="42" y="59"/>
                  <a:pt x="45" y="59"/>
                </a:cubicBezTo>
                <a:cubicBezTo>
                  <a:pt x="49" y="59"/>
                  <a:pt x="51" y="57"/>
                  <a:pt x="53" y="55"/>
                </a:cubicBezTo>
                <a:cubicBezTo>
                  <a:pt x="55" y="53"/>
                  <a:pt x="55" y="50"/>
                  <a:pt x="55" y="48"/>
                </a:cubicBezTo>
                <a:cubicBezTo>
                  <a:pt x="55" y="45"/>
                  <a:pt x="55" y="43"/>
                  <a:pt x="53" y="41"/>
                </a:cubicBezTo>
                <a:cubicBezTo>
                  <a:pt x="51" y="39"/>
                  <a:pt x="49" y="38"/>
                  <a:pt x="46" y="38"/>
                </a:cubicBezTo>
                <a:cubicBezTo>
                  <a:pt x="45" y="38"/>
                  <a:pt x="44" y="38"/>
                  <a:pt x="42" y="39"/>
                </a:cubicBezTo>
                <a:cubicBezTo>
                  <a:pt x="43" y="34"/>
                  <a:pt x="43" y="34"/>
                  <a:pt x="43" y="34"/>
                </a:cubicBezTo>
                <a:cubicBezTo>
                  <a:pt x="54" y="34"/>
                  <a:pt x="54" y="34"/>
                  <a:pt x="54" y="34"/>
                </a:cubicBezTo>
                <a:cubicBezTo>
                  <a:pt x="54" y="28"/>
                  <a:pt x="54" y="28"/>
                  <a:pt x="54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6" y="44"/>
                  <a:pt x="36" y="44"/>
                  <a:pt x="36" y="44"/>
                </a:cubicBezTo>
                <a:cubicBezTo>
                  <a:pt x="40" y="45"/>
                  <a:pt x="40" y="45"/>
                  <a:pt x="40" y="45"/>
                </a:cubicBezTo>
                <a:cubicBezTo>
                  <a:pt x="42" y="43"/>
                  <a:pt x="43" y="42"/>
                  <a:pt x="45" y="42"/>
                </a:cubicBezTo>
                <a:cubicBezTo>
                  <a:pt x="46" y="42"/>
                  <a:pt x="47" y="43"/>
                  <a:pt x="48" y="44"/>
                </a:cubicBezTo>
                <a:cubicBezTo>
                  <a:pt x="49" y="45"/>
                  <a:pt x="49" y="46"/>
                  <a:pt x="49" y="48"/>
                </a:cubicBezTo>
                <a:cubicBezTo>
                  <a:pt x="49" y="50"/>
                  <a:pt x="49" y="52"/>
                  <a:pt x="48" y="53"/>
                </a:cubicBezTo>
                <a:cubicBezTo>
                  <a:pt x="47" y="54"/>
                  <a:pt x="46" y="54"/>
                  <a:pt x="45" y="54"/>
                </a:cubicBezTo>
                <a:cubicBezTo>
                  <a:pt x="44" y="54"/>
                  <a:pt x="43" y="54"/>
                  <a:pt x="42" y="53"/>
                </a:cubicBezTo>
                <a:cubicBezTo>
                  <a:pt x="41" y="52"/>
                  <a:pt x="41" y="51"/>
                  <a:pt x="41" y="50"/>
                </a:cubicBezTo>
                <a:cubicBezTo>
                  <a:pt x="35" y="50"/>
                  <a:pt x="35" y="50"/>
                  <a:pt x="35" y="50"/>
                </a:cubicBezTo>
                <a:close/>
                <a:moveTo>
                  <a:pt x="26" y="58"/>
                </a:moveTo>
                <a:cubicBezTo>
                  <a:pt x="26" y="58"/>
                  <a:pt x="26" y="58"/>
                  <a:pt x="26" y="58"/>
                </a:cubicBezTo>
                <a:cubicBezTo>
                  <a:pt x="26" y="28"/>
                  <a:pt x="26" y="28"/>
                  <a:pt x="26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1" y="29"/>
                  <a:pt x="20" y="31"/>
                  <a:pt x="18" y="33"/>
                </a:cubicBezTo>
                <a:cubicBezTo>
                  <a:pt x="16" y="34"/>
                  <a:pt x="14" y="35"/>
                  <a:pt x="13" y="35"/>
                </a:cubicBezTo>
                <a:cubicBezTo>
                  <a:pt x="13" y="41"/>
                  <a:pt x="13" y="41"/>
                  <a:pt x="13" y="41"/>
                </a:cubicBezTo>
                <a:cubicBezTo>
                  <a:pt x="16" y="40"/>
                  <a:pt x="18" y="38"/>
                  <a:pt x="20" y="36"/>
                </a:cubicBezTo>
                <a:cubicBezTo>
                  <a:pt x="20" y="58"/>
                  <a:pt x="20" y="58"/>
                  <a:pt x="20" y="58"/>
                </a:cubicBezTo>
                <a:cubicBezTo>
                  <a:pt x="26" y="58"/>
                  <a:pt x="26" y="58"/>
                  <a:pt x="26" y="58"/>
                </a:cubicBezTo>
                <a:close/>
                <a:moveTo>
                  <a:pt x="6" y="18"/>
                </a:moveTo>
                <a:cubicBezTo>
                  <a:pt x="6" y="18"/>
                  <a:pt x="6" y="18"/>
                  <a:pt x="6" y="18"/>
                </a:cubicBezTo>
                <a:cubicBezTo>
                  <a:pt x="64" y="18"/>
                  <a:pt x="64" y="18"/>
                  <a:pt x="64" y="18"/>
                </a:cubicBezTo>
                <a:cubicBezTo>
                  <a:pt x="64" y="6"/>
                  <a:pt x="64" y="6"/>
                  <a:pt x="64" y="6"/>
                </a:cubicBezTo>
                <a:cubicBezTo>
                  <a:pt x="58" y="6"/>
                  <a:pt x="58" y="6"/>
                  <a:pt x="58" y="6"/>
                </a:cubicBezTo>
                <a:cubicBezTo>
                  <a:pt x="58" y="10"/>
                  <a:pt x="58" y="10"/>
                  <a:pt x="58" y="10"/>
                </a:cubicBezTo>
                <a:cubicBezTo>
                  <a:pt x="58" y="11"/>
                  <a:pt x="57" y="12"/>
                  <a:pt x="56" y="12"/>
                </a:cubicBezTo>
                <a:cubicBezTo>
                  <a:pt x="54" y="12"/>
                  <a:pt x="53" y="11"/>
                  <a:pt x="53" y="10"/>
                </a:cubicBezTo>
                <a:cubicBezTo>
                  <a:pt x="53" y="6"/>
                  <a:pt x="53" y="6"/>
                  <a:pt x="53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1"/>
                  <a:pt x="43" y="12"/>
                  <a:pt x="42" y="12"/>
                </a:cubicBezTo>
                <a:cubicBezTo>
                  <a:pt x="40" y="12"/>
                  <a:pt x="39" y="11"/>
                  <a:pt x="39" y="10"/>
                </a:cubicBezTo>
                <a:cubicBezTo>
                  <a:pt x="39" y="6"/>
                  <a:pt x="39" y="6"/>
                  <a:pt x="39" y="6"/>
                </a:cubicBezTo>
                <a:cubicBezTo>
                  <a:pt x="30" y="6"/>
                  <a:pt x="30" y="6"/>
                  <a:pt x="30" y="6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1"/>
                  <a:pt x="29" y="12"/>
                  <a:pt x="28" y="12"/>
                </a:cubicBezTo>
                <a:cubicBezTo>
                  <a:pt x="26" y="12"/>
                  <a:pt x="25" y="11"/>
                  <a:pt x="25" y="10"/>
                </a:cubicBezTo>
                <a:cubicBezTo>
                  <a:pt x="25" y="6"/>
                  <a:pt x="25" y="6"/>
                  <a:pt x="25" y="6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10"/>
                  <a:pt x="16" y="10"/>
                  <a:pt x="16" y="10"/>
                </a:cubicBezTo>
                <a:cubicBezTo>
                  <a:pt x="16" y="11"/>
                  <a:pt x="15" y="12"/>
                  <a:pt x="13" y="12"/>
                </a:cubicBezTo>
                <a:cubicBezTo>
                  <a:pt x="12" y="12"/>
                  <a:pt x="11" y="11"/>
                  <a:pt x="11" y="10"/>
                </a:cubicBezTo>
                <a:cubicBezTo>
                  <a:pt x="11" y="6"/>
                  <a:pt x="11" y="6"/>
                  <a:pt x="11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18"/>
                  <a:pt x="6" y="18"/>
                  <a:pt x="6" y="18"/>
                </a:cubicBezTo>
                <a:close/>
                <a:moveTo>
                  <a:pt x="64" y="21"/>
                </a:moveTo>
                <a:cubicBezTo>
                  <a:pt x="64" y="21"/>
                  <a:pt x="64" y="21"/>
                  <a:pt x="64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64"/>
                  <a:pt x="6" y="64"/>
                  <a:pt x="6" y="64"/>
                </a:cubicBezTo>
                <a:cubicBezTo>
                  <a:pt x="64" y="64"/>
                  <a:pt x="64" y="64"/>
                  <a:pt x="64" y="64"/>
                </a:cubicBezTo>
                <a:cubicBezTo>
                  <a:pt x="64" y="21"/>
                  <a:pt x="64" y="21"/>
                  <a:pt x="64" y="21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26" name="TextBox 13"/>
          <p:cNvSpPr txBox="1"/>
          <p:nvPr/>
        </p:nvSpPr>
        <p:spPr>
          <a:xfrm>
            <a:off x="7967345" y="4410075"/>
            <a:ext cx="2434590" cy="7385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 defTabSz="0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既对提出维权的人负责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defTabSz="0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又与校会对接，反映心声</a:t>
            </a:r>
            <a:endParaRPr lang="en-US" altLang="zh-CN" sz="16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defTabSz="0"/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  <p:sp>
        <p:nvSpPr>
          <p:cNvPr id="27" name="TextBox 13"/>
          <p:cNvSpPr txBox="1"/>
          <p:nvPr/>
        </p:nvSpPr>
        <p:spPr>
          <a:xfrm>
            <a:off x="1709059" y="4429533"/>
            <a:ext cx="2030413" cy="492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defTabSz="0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紧紧跟随校会脚步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defTabSz="0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及时传递信息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  <p:sp>
        <p:nvSpPr>
          <p:cNvPr id="28" name="TextBox 13"/>
          <p:cNvSpPr txBox="1"/>
          <p:nvPr/>
        </p:nvSpPr>
        <p:spPr>
          <a:xfrm>
            <a:off x="1718946" y="2679383"/>
            <a:ext cx="2030413" cy="73850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defTabSz="0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将维护同学自身权益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defTabSz="0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置于工作的首要位置</a:t>
            </a:r>
            <a:endParaRPr lang="en-US" altLang="zh-CN" sz="16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defTabSz="0"/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9497">
        <p14:switch dir="r"/>
      </p:transition>
    </mc:Choice>
    <mc:Fallback>
      <p:transition spd="slow" advTm="94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11281" grpId="0"/>
      <p:bldP spid="11283" grpId="0"/>
      <p:bldP spid="11285" grpId="0"/>
      <p:bldP spid="11286" grpId="0"/>
      <p:bldP spid="11287" grpId="0"/>
      <p:bldP spid="2" grpId="0" animBg="1"/>
      <p:bldP spid="72" grpId="0" animBg="1"/>
      <p:bldP spid="111" grpId="0" animBg="1"/>
      <p:bldP spid="3" grpId="0" animBg="1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1"/>
          <p:cNvSpPr txBox="1"/>
          <p:nvPr/>
        </p:nvSpPr>
        <p:spPr>
          <a:xfrm>
            <a:off x="5796333" y="2207762"/>
            <a:ext cx="950322" cy="264281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>
              <a:tabLst>
                <a:tab pos="215265" algn="l"/>
                <a:tab pos="405765" algn="l"/>
                <a:tab pos="697865" algn="l"/>
              </a:tabLst>
            </a:pPr>
            <a:r>
              <a:rPr lang="en-US" altLang="zh-CN" sz="1400" b="1" dirty="0">
                <a:latin typeface="+mj-lt"/>
                <a:cs typeface="微软雅黑" panose="020B0503020204020204" pitchFamily="18" charset="-122"/>
              </a:rPr>
              <a:t>YOUR</a:t>
            </a:r>
            <a:r>
              <a:rPr lang="en-US" altLang="zh-CN" sz="14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+mj-lt"/>
                <a:cs typeface="微软雅黑" panose="020B0503020204020204" pitchFamily="18" charset="-122"/>
              </a:rPr>
              <a:t>NAME</a:t>
            </a:r>
            <a:endParaRPr lang="en-US" altLang="zh-CN" sz="1400" b="1" dirty="0">
              <a:latin typeface="+mj-lt"/>
              <a:cs typeface="微软雅黑" panose="020B0503020204020204" pitchFamily="18" charset="-122"/>
            </a:endParaRPr>
          </a:p>
        </p:txBody>
      </p:sp>
      <p:sp>
        <p:nvSpPr>
          <p:cNvPr id="43" name="TextBox 1"/>
          <p:cNvSpPr txBox="1"/>
          <p:nvPr/>
        </p:nvSpPr>
        <p:spPr>
          <a:xfrm>
            <a:off x="9098334" y="2207762"/>
            <a:ext cx="950322" cy="264281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>
              <a:tabLst>
                <a:tab pos="215265" algn="l"/>
                <a:tab pos="405765" algn="l"/>
                <a:tab pos="697865" algn="l"/>
              </a:tabLst>
            </a:pPr>
            <a:r>
              <a:rPr lang="en-US" altLang="zh-CN" sz="1400" b="1" dirty="0">
                <a:latin typeface="+mj-lt"/>
                <a:cs typeface="微软雅黑" panose="020B0503020204020204" pitchFamily="18" charset="-122"/>
              </a:rPr>
              <a:t>YOUR</a:t>
            </a:r>
            <a:r>
              <a:rPr lang="en-US" altLang="zh-CN" sz="14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+mj-lt"/>
                <a:cs typeface="微软雅黑" panose="020B0503020204020204" pitchFamily="18" charset="-122"/>
              </a:rPr>
              <a:t>NAME</a:t>
            </a:r>
            <a:endParaRPr lang="en-US" altLang="zh-CN" sz="1400" b="1" dirty="0">
              <a:latin typeface="+mj-lt"/>
              <a:cs typeface="微软雅黑" panose="020B0503020204020204" pitchFamily="18" charset="-122"/>
            </a:endParaRPr>
          </a:p>
        </p:txBody>
      </p:sp>
      <p:sp>
        <p:nvSpPr>
          <p:cNvPr id="6" name="Freeform 3"/>
          <p:cNvSpPr/>
          <p:nvPr/>
        </p:nvSpPr>
        <p:spPr>
          <a:xfrm>
            <a:off x="-385445" y="-469900"/>
            <a:ext cx="12287885" cy="7450455"/>
          </a:xfrm>
          <a:custGeom>
            <a:avLst/>
            <a:gdLst>
              <a:gd name="connsiteX0" fmla="*/ 2087994 w 2087994"/>
              <a:gd name="connsiteY0" fmla="*/ 1393164 h 1393164"/>
              <a:gd name="connsiteX1" fmla="*/ 0 w 2087994"/>
              <a:gd name="connsiteY1" fmla="*/ 1393164 h 1393164"/>
              <a:gd name="connsiteX2" fmla="*/ 0 w 2087994"/>
              <a:gd name="connsiteY2" fmla="*/ 0 h 1393164"/>
              <a:gd name="connsiteX3" fmla="*/ 2087994 w 2087994"/>
              <a:gd name="connsiteY3" fmla="*/ 0 h 1393164"/>
              <a:gd name="connsiteX4" fmla="*/ 2087994 w 2087994"/>
              <a:gd name="connsiteY4" fmla="*/ 1393164 h 139316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087994" h="1393164">
                <a:moveTo>
                  <a:pt x="2087994" y="1393164"/>
                </a:moveTo>
                <a:lnTo>
                  <a:pt x="0" y="1393164"/>
                </a:lnTo>
                <a:lnTo>
                  <a:pt x="0" y="0"/>
                </a:lnTo>
                <a:lnTo>
                  <a:pt x="2087994" y="0"/>
                </a:lnTo>
                <a:lnTo>
                  <a:pt x="2087994" y="1393164"/>
                </a:lnTo>
              </a:path>
            </a:pathLst>
          </a:custGeom>
          <a:solidFill>
            <a:srgbClr val="DAB96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p>
            <a:pPr algn="ctr"/>
            <a:endParaRPr lang="zh-CN" altLang="en-US"/>
          </a:p>
        </p:txBody>
      </p:sp>
      <p:pic>
        <p:nvPicPr>
          <p:cNvPr id="7" name="图片 6" descr="QQ图片2020111518433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86275" y="629285"/>
            <a:ext cx="2961640" cy="4793615"/>
          </a:xfrm>
          <a:prstGeom prst="rect">
            <a:avLst/>
          </a:prstGeom>
        </p:spPr>
      </p:pic>
      <p:pic>
        <p:nvPicPr>
          <p:cNvPr id="8" name="图片 7" descr="QQ图片202011151846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" y="3087370"/>
            <a:ext cx="2489200" cy="2335530"/>
          </a:xfrm>
          <a:prstGeom prst="rect">
            <a:avLst/>
          </a:prstGeom>
        </p:spPr>
      </p:pic>
      <p:pic>
        <p:nvPicPr>
          <p:cNvPr id="9" name="图片 8" descr="QQ图片202011151847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080" y="629285"/>
            <a:ext cx="3004820" cy="4794250"/>
          </a:xfrm>
          <a:prstGeom prst="rect">
            <a:avLst/>
          </a:prstGeom>
        </p:spPr>
      </p:pic>
      <p:pic>
        <p:nvPicPr>
          <p:cNvPr id="10" name="图片 9" descr="QQ图片202011151849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80" y="629285"/>
            <a:ext cx="3693160" cy="24149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232150" y="107315"/>
            <a:ext cx="5054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【线上】维权通道操作流程</a:t>
            </a:r>
            <a:endParaRPr lang="zh-CN" altLang="en-US" sz="2800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3952240" y="3442970"/>
            <a:ext cx="345440" cy="0"/>
          </a:xfrm>
          <a:prstGeom prst="straightConnector1">
            <a:avLst/>
          </a:prstGeom>
          <a:ln w="476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7861300" y="3442970"/>
            <a:ext cx="345440" cy="0"/>
          </a:xfrm>
          <a:prstGeom prst="straightConnector1">
            <a:avLst/>
          </a:prstGeom>
          <a:ln w="476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36855" y="5628005"/>
            <a:ext cx="3534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zh-CN" altLang="en-US"/>
              <a:t>关注公众号【交大机械学生会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297680" y="5558155"/>
            <a:ext cx="35344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②进入公众号，打开右下角菜单栏【护你周全】，再打开【维权直通车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68030" y="5558155"/>
            <a:ext cx="3534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③客观如实填写并提交即可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4298">
        <p14:flip dir="r"/>
      </p:transition>
    </mc:Choice>
    <mc:Fallback>
      <p:transition spd="slow" advTm="1429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  <p:bldP spid="15" grpId="0"/>
      <p:bldP spid="15" grpId="1"/>
      <p:bldP spid="19" grpId="0"/>
      <p:bldP spid="19" grpId="1"/>
      <p:bldP spid="21" grpId="0"/>
      <p:bldP spid="2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1"/>
          <p:cNvSpPr txBox="1"/>
          <p:nvPr/>
        </p:nvSpPr>
        <p:spPr>
          <a:xfrm>
            <a:off x="5796333" y="2207762"/>
            <a:ext cx="950322" cy="264281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>
              <a:tabLst>
                <a:tab pos="215265" algn="l"/>
                <a:tab pos="405765" algn="l"/>
                <a:tab pos="697865" algn="l"/>
              </a:tabLst>
            </a:pPr>
            <a:r>
              <a:rPr lang="en-US" altLang="zh-CN" sz="1400" b="1" dirty="0">
                <a:latin typeface="+mj-lt"/>
                <a:cs typeface="微软雅黑" panose="020B0503020204020204" pitchFamily="18" charset="-122"/>
              </a:rPr>
              <a:t>YOUR</a:t>
            </a:r>
            <a:r>
              <a:rPr lang="en-US" altLang="zh-CN" sz="14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+mj-lt"/>
                <a:cs typeface="微软雅黑" panose="020B0503020204020204" pitchFamily="18" charset="-122"/>
              </a:rPr>
              <a:t>NAME</a:t>
            </a:r>
            <a:endParaRPr lang="en-US" altLang="zh-CN" sz="1400" b="1" dirty="0">
              <a:latin typeface="+mj-lt"/>
              <a:cs typeface="微软雅黑" panose="020B0503020204020204" pitchFamily="18" charset="-122"/>
            </a:endParaRPr>
          </a:p>
        </p:txBody>
      </p:sp>
      <p:sp>
        <p:nvSpPr>
          <p:cNvPr id="43" name="TextBox 1"/>
          <p:cNvSpPr txBox="1"/>
          <p:nvPr/>
        </p:nvSpPr>
        <p:spPr>
          <a:xfrm>
            <a:off x="9098334" y="2207762"/>
            <a:ext cx="950322" cy="264281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>
              <a:tabLst>
                <a:tab pos="215265" algn="l"/>
                <a:tab pos="405765" algn="l"/>
                <a:tab pos="697865" algn="l"/>
              </a:tabLst>
            </a:pPr>
            <a:r>
              <a:rPr lang="en-US" altLang="zh-CN" sz="1400" b="1" dirty="0">
                <a:latin typeface="+mj-lt"/>
                <a:cs typeface="微软雅黑" panose="020B0503020204020204" pitchFamily="18" charset="-122"/>
              </a:rPr>
              <a:t>YOUR</a:t>
            </a:r>
            <a:r>
              <a:rPr lang="en-US" altLang="zh-CN" sz="14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+mj-lt"/>
                <a:cs typeface="微软雅黑" panose="020B0503020204020204" pitchFamily="18" charset="-122"/>
              </a:rPr>
              <a:t>NAME</a:t>
            </a:r>
            <a:endParaRPr lang="en-US" altLang="zh-CN" sz="1400" b="1" dirty="0">
              <a:latin typeface="+mj-lt"/>
              <a:cs typeface="微软雅黑" panose="020B0503020204020204" pitchFamily="18" charset="-122"/>
            </a:endParaRPr>
          </a:p>
        </p:txBody>
      </p:sp>
      <p:sp>
        <p:nvSpPr>
          <p:cNvPr id="6" name="Freeform 3"/>
          <p:cNvSpPr/>
          <p:nvPr/>
        </p:nvSpPr>
        <p:spPr>
          <a:xfrm>
            <a:off x="-334645" y="-456565"/>
            <a:ext cx="12243435" cy="7489825"/>
          </a:xfrm>
          <a:custGeom>
            <a:avLst/>
            <a:gdLst>
              <a:gd name="connsiteX0" fmla="*/ 2087994 w 2087994"/>
              <a:gd name="connsiteY0" fmla="*/ 1393164 h 1393164"/>
              <a:gd name="connsiteX1" fmla="*/ 0 w 2087994"/>
              <a:gd name="connsiteY1" fmla="*/ 1393164 h 1393164"/>
              <a:gd name="connsiteX2" fmla="*/ 0 w 2087994"/>
              <a:gd name="connsiteY2" fmla="*/ 0 h 1393164"/>
              <a:gd name="connsiteX3" fmla="*/ 2087994 w 2087994"/>
              <a:gd name="connsiteY3" fmla="*/ 0 h 1393164"/>
              <a:gd name="connsiteX4" fmla="*/ 2087994 w 2087994"/>
              <a:gd name="connsiteY4" fmla="*/ 1393164 h 139316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087994" h="1393164">
                <a:moveTo>
                  <a:pt x="2087994" y="1393164"/>
                </a:moveTo>
                <a:lnTo>
                  <a:pt x="0" y="1393164"/>
                </a:lnTo>
                <a:lnTo>
                  <a:pt x="0" y="0"/>
                </a:lnTo>
                <a:lnTo>
                  <a:pt x="2087994" y="0"/>
                </a:lnTo>
                <a:lnTo>
                  <a:pt x="2087994" y="1393164"/>
                </a:lnTo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101850" y="107315"/>
            <a:ext cx="74307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【线下】维权通道简介</a:t>
            </a:r>
            <a:endParaRPr lang="zh-CN" altLang="en-US" sz="2800"/>
          </a:p>
          <a:p>
            <a:pPr algn="ctr"/>
            <a:r>
              <a:rPr lang="en-US" altLang="zh-CN" sz="2800"/>
              <a:t>                                                        --</a:t>
            </a:r>
            <a:r>
              <a:rPr lang="zh-CN" altLang="en-US" sz="2800"/>
              <a:t>院班联动会</a:t>
            </a:r>
            <a:endParaRPr lang="zh-CN" altLang="en-US" sz="2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9120" y="1463675"/>
            <a:ext cx="9955530" cy="3103880"/>
          </a:xfrm>
        </p:spPr>
        <p:txBody>
          <a:bodyPr>
            <a:normAutofit lnSpcReduction="20000"/>
          </a:bodyPr>
          <a:p>
            <a:pPr algn="l"/>
            <a:r>
              <a:rPr lang="zh-CN" altLang="en-US" sz="2400">
                <a:solidFill>
                  <a:schemeClr val="tx1"/>
                </a:solidFill>
              </a:rPr>
              <a:t>【会议时间】：</a:t>
            </a:r>
            <a:endParaRPr lang="zh-CN" altLang="en-US" sz="2400">
              <a:solidFill>
                <a:schemeClr val="tx1"/>
              </a:solidFill>
            </a:endParaRPr>
          </a:p>
          <a:p>
            <a:pPr algn="l"/>
            <a:r>
              <a:rPr lang="zh-CN" altLang="en-US" sz="2400">
                <a:solidFill>
                  <a:schemeClr val="tx1"/>
                </a:solidFill>
              </a:rPr>
              <a:t>每月最后一个周日晚开</a:t>
            </a:r>
            <a:r>
              <a:rPr lang="en-US" altLang="zh-CN" sz="2400">
                <a:solidFill>
                  <a:schemeClr val="tx1"/>
                </a:solidFill>
              </a:rPr>
              <a:t>(</a:t>
            </a:r>
            <a:r>
              <a:rPr lang="zh-CN" altLang="en-US" sz="2400">
                <a:solidFill>
                  <a:schemeClr val="tx1"/>
                </a:solidFill>
              </a:rPr>
              <a:t>本月定于</a:t>
            </a:r>
            <a:r>
              <a:rPr lang="en-US" altLang="zh-CN" sz="2400">
                <a:solidFill>
                  <a:schemeClr val="tx1"/>
                </a:solidFill>
              </a:rPr>
              <a:t>11</a:t>
            </a:r>
            <a:r>
              <a:rPr lang="zh-CN" altLang="en-US" sz="2400">
                <a:solidFill>
                  <a:schemeClr val="tx1"/>
                </a:solidFill>
              </a:rPr>
              <a:t>月</a:t>
            </a:r>
            <a:r>
              <a:rPr lang="en-US" altLang="zh-CN" sz="2400">
                <a:solidFill>
                  <a:schemeClr val="tx1"/>
                </a:solidFill>
              </a:rPr>
              <a:t>29</a:t>
            </a:r>
            <a:r>
              <a:rPr lang="zh-CN" altLang="en-US" sz="2400">
                <a:solidFill>
                  <a:schemeClr val="tx1"/>
                </a:solidFill>
              </a:rPr>
              <a:t>日</a:t>
            </a:r>
            <a:r>
              <a:rPr lang="en-US" altLang="zh-CN" sz="2400">
                <a:solidFill>
                  <a:schemeClr val="tx1"/>
                </a:solidFill>
              </a:rPr>
              <a:t>)</a:t>
            </a:r>
            <a:r>
              <a:rPr lang="zh-CN" altLang="en-US" sz="2400">
                <a:solidFill>
                  <a:schemeClr val="tx1"/>
                </a:solidFill>
              </a:rPr>
              <a:t>；</a:t>
            </a:r>
            <a:endParaRPr lang="zh-CN" altLang="en-US" sz="2400">
              <a:solidFill>
                <a:schemeClr val="tx1"/>
              </a:solidFill>
            </a:endParaRPr>
          </a:p>
          <a:p>
            <a:pPr algn="l"/>
            <a:endParaRPr lang="en-US" altLang="zh-CN" sz="2400">
              <a:solidFill>
                <a:schemeClr val="tx1"/>
              </a:solidFill>
            </a:endParaRPr>
          </a:p>
          <a:p>
            <a:pPr algn="l"/>
            <a:r>
              <a:rPr lang="zh-CN" altLang="en-US" sz="2400">
                <a:solidFill>
                  <a:schemeClr val="tx1"/>
                </a:solidFill>
              </a:rPr>
              <a:t>【会议内容</a:t>
            </a:r>
            <a:r>
              <a:rPr lang="zh-CN" altLang="en-US" sz="2400">
                <a:solidFill>
                  <a:schemeClr val="tx1"/>
                </a:solidFill>
              </a:rPr>
              <a:t>】：</a:t>
            </a:r>
            <a:endParaRPr lang="zh-CN" altLang="en-US" sz="2400">
              <a:solidFill>
                <a:schemeClr val="tx1"/>
              </a:solidFill>
            </a:endParaRPr>
          </a:p>
          <a:p>
            <a:pPr algn="l"/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权益委员在会上轮流展示提案；</a:t>
            </a:r>
            <a:endParaRPr lang="zh-CN" altLang="en-US" sz="2400">
              <a:solidFill>
                <a:schemeClr val="tx1"/>
              </a:solidFill>
            </a:endParaRPr>
          </a:p>
          <a:p>
            <a:pPr algn="l"/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权益委员互相评议提案；</a:t>
            </a:r>
            <a:endParaRPr lang="zh-CN" altLang="en-US" sz="2400">
              <a:solidFill>
                <a:schemeClr val="tx1"/>
              </a:solidFill>
            </a:endParaRPr>
          </a:p>
          <a:p>
            <a:pPr algn="l"/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权益部收集提案意见，并交由</a:t>
            </a:r>
            <a:r>
              <a:rPr lang="zh-CN" altLang="en-US" sz="2400">
                <a:solidFill>
                  <a:schemeClr val="tx1"/>
                </a:solidFill>
              </a:rPr>
              <a:t>相关</a:t>
            </a:r>
            <a:r>
              <a:rPr lang="zh-CN" altLang="en-US" sz="2400">
                <a:solidFill>
                  <a:schemeClr val="tx1"/>
                </a:solidFill>
              </a:rPr>
              <a:t>部门解决；</a:t>
            </a:r>
            <a:endParaRPr lang="zh-CN" altLang="en-US" sz="2400">
              <a:solidFill>
                <a:schemeClr val="tx1"/>
              </a:solidFill>
            </a:endParaRPr>
          </a:p>
          <a:p>
            <a:pPr algn="l"/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权益部反馈前一次会议收集提案解决情况。</a:t>
            </a:r>
            <a:endParaRPr lang="zh-CN" altLang="en-US" sz="2400">
              <a:solidFill>
                <a:schemeClr val="tx1"/>
              </a:solidFill>
            </a:endParaRPr>
          </a:p>
          <a:p>
            <a:pPr algn="l"/>
            <a:endParaRPr lang="zh-CN" altLang="en-US" sz="2400">
              <a:solidFill>
                <a:schemeClr val="tx1"/>
              </a:solidFill>
            </a:endParaRPr>
          </a:p>
          <a:p>
            <a:pPr algn="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48045" y="5461635"/>
            <a:ext cx="5570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接下来会由今天的嘉宾刘鑫主席带来更详细的介绍</a:t>
            </a:r>
            <a:r>
              <a:rPr lang="en-US" altLang="zh-CN"/>
              <a:t>~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4298">
        <p14:flip dir="r"/>
      </p:transition>
    </mc:Choice>
    <mc:Fallback>
      <p:transition spd="slow" advTm="1429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泪滴形 25"/>
          <p:cNvSpPr/>
          <p:nvPr/>
        </p:nvSpPr>
        <p:spPr>
          <a:xfrm rot="8100000">
            <a:off x="5302250" y="1348740"/>
            <a:ext cx="914400" cy="914400"/>
          </a:xfrm>
          <a:prstGeom prst="teardrop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"/>
          <p:cNvSpPr txBox="1"/>
          <p:nvPr/>
        </p:nvSpPr>
        <p:spPr>
          <a:xfrm>
            <a:off x="4083283" y="2452601"/>
            <a:ext cx="3352800" cy="1060450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/>
            <a:r>
              <a:rPr lang="zh-CN" altLang="zh-CN" sz="6600" dirty="0">
                <a:solidFill>
                  <a:srgbClr val="E4AE57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</a:rPr>
              <a:t>工作职责</a:t>
            </a:r>
            <a:endParaRPr lang="zh-CN" altLang="zh-CN" sz="6600" dirty="0">
              <a:solidFill>
                <a:srgbClr val="E4AE57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18" name="TextBox 1"/>
          <p:cNvSpPr txBox="1"/>
          <p:nvPr/>
        </p:nvSpPr>
        <p:spPr>
          <a:xfrm>
            <a:off x="5512361" y="1507720"/>
            <a:ext cx="514350" cy="66103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/>
            <a:r>
              <a:rPr lang="en-US" altLang="zh-CN" sz="40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03</a:t>
            </a:r>
            <a:endParaRPr lang="en-US" altLang="zh-CN" sz="4000" b="1" dirty="0">
              <a:latin typeface="+mj-lt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232594" y="3937188"/>
            <a:ext cx="3062605" cy="275591"/>
            <a:chOff x="6314" y="7142"/>
            <a:chExt cx="4823" cy="434"/>
          </a:xfrm>
        </p:grpSpPr>
        <p:sp>
          <p:nvSpPr>
            <p:cNvPr id="32" name="矩形 31"/>
            <p:cNvSpPr/>
            <p:nvPr/>
          </p:nvSpPr>
          <p:spPr>
            <a:xfrm>
              <a:off x="6314" y="7142"/>
              <a:ext cx="1553" cy="414"/>
            </a:xfrm>
            <a:prstGeom prst="rect">
              <a:avLst/>
            </a:prstGeom>
            <a:noFill/>
            <a:ln w="3175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466" y="714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帮助宣传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7949" y="7142"/>
              <a:ext cx="1553" cy="414"/>
            </a:xfrm>
            <a:prstGeom prst="rect">
              <a:avLst/>
            </a:prstGeom>
            <a:noFill/>
            <a:ln w="3175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101" y="714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问题</a:t>
              </a:r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收集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9584" y="7142"/>
              <a:ext cx="1553" cy="414"/>
            </a:xfrm>
            <a:prstGeom prst="rect">
              <a:avLst/>
            </a:prstGeom>
            <a:noFill/>
            <a:ln w="6350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736" y="714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提案汇报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176">
        <p14:gallery dir="l"/>
      </p:transition>
    </mc:Choice>
    <mc:Fallback>
      <p:transition spd="slow" advTm="517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-635" y="1777365"/>
            <a:ext cx="3839210" cy="2365375"/>
          </a:xfrm>
          <a:prstGeom prst="rect">
            <a:avLst/>
          </a:prstGeom>
          <a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tile tx="-425450" ty="-247650" sx="31000" sy="3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840480" y="1777365"/>
            <a:ext cx="3839210" cy="23653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680960" y="1777365"/>
            <a:ext cx="3839210" cy="2365375"/>
          </a:xfrm>
          <a:prstGeom prst="rect">
            <a:avLst/>
          </a:prstGeom>
          <a:blipFill rotWithShape="1">
            <a:blip r:embed="rId3"/>
            <a:tile tx="-101600" ty="-247650" sx="26000" sy="2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7" name="TextBox 1"/>
          <p:cNvSpPr txBox="1"/>
          <p:nvPr/>
        </p:nvSpPr>
        <p:spPr>
          <a:xfrm>
            <a:off x="4676373" y="2337030"/>
            <a:ext cx="2184400" cy="136842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/>
            <a:r>
              <a:rPr lang="zh-CN" altLang="en-US" sz="4300" dirty="0">
                <a:solidFill>
                  <a:schemeClr val="bg1"/>
                </a:solidFill>
                <a:latin typeface="+mj-lt"/>
                <a:cs typeface="Calibri" panose="020F0502020204030204" pitchFamily="18" charset="0"/>
              </a:rPr>
              <a:t>权益委员</a:t>
            </a:r>
            <a:endParaRPr lang="zh-CN" altLang="en-US" sz="4300" dirty="0">
              <a:solidFill>
                <a:schemeClr val="bg1"/>
              </a:solidFill>
              <a:latin typeface="+mj-lt"/>
              <a:cs typeface="Calibri" panose="020F0502020204030204" pitchFamily="18" charset="0"/>
            </a:endParaRPr>
          </a:p>
          <a:p>
            <a:pPr defTabSz="0"/>
            <a:r>
              <a:rPr lang="zh-CN" altLang="en-US" sz="4300" dirty="0">
                <a:solidFill>
                  <a:schemeClr val="bg1"/>
                </a:solidFill>
                <a:latin typeface="+mj-lt"/>
                <a:cs typeface="Calibri" panose="020F0502020204030204" pitchFamily="18" charset="0"/>
              </a:rPr>
              <a:t>工作职责</a:t>
            </a:r>
            <a:endParaRPr lang="zh-CN" altLang="en-US" sz="4300" dirty="0">
              <a:solidFill>
                <a:schemeClr val="bg1"/>
              </a:solidFill>
              <a:latin typeface="+mj-lt"/>
              <a:cs typeface="Calibri" panose="020F0502020204030204" pitchFamily="18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838200" y="4405630"/>
            <a:ext cx="492760" cy="492760"/>
          </a:xfrm>
          <a:prstGeom prst="ellipse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1"/>
          <p:cNvSpPr txBox="1"/>
          <p:nvPr/>
        </p:nvSpPr>
        <p:spPr>
          <a:xfrm>
            <a:off x="1397233" y="4490950"/>
            <a:ext cx="1371600" cy="32194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/>
            <a:r>
              <a:rPr lang="zh-CN" altLang="en-US" dirty="0">
                <a:solidFill>
                  <a:srgbClr val="DAB96E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Calibri" panose="020F0502020204030204" pitchFamily="18" charset="0"/>
              </a:rPr>
              <a:t>协助问题收集</a:t>
            </a:r>
            <a:endParaRPr lang="zh-CN" altLang="en-US" dirty="0">
              <a:solidFill>
                <a:srgbClr val="DAB96E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Calibri" panose="020F0502020204030204" pitchFamily="18" charset="0"/>
            </a:endParaRPr>
          </a:p>
        </p:txBody>
      </p:sp>
      <p:sp>
        <p:nvSpPr>
          <p:cNvPr id="23" name="TextBox 1"/>
          <p:cNvSpPr txBox="1"/>
          <p:nvPr/>
        </p:nvSpPr>
        <p:spPr>
          <a:xfrm>
            <a:off x="1397000" y="4837430"/>
            <a:ext cx="2802890" cy="1706880"/>
          </a:xfrm>
          <a:prstGeom prst="rect">
            <a:avLst/>
          </a:prstGeom>
          <a:noFill/>
        </p:spPr>
        <p:txBody>
          <a:bodyPr wrap="square" lIns="0" tIns="0" rIns="0" bIns="45714" rtlCol="0">
            <a:spAutoFit/>
          </a:bodyPr>
          <a:lstStyle/>
          <a:p>
            <a:pPr defTabSz="0"/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宣传并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协助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转载临时问卷到各自班级</a:t>
            </a:r>
            <a:endParaRPr lang="en-US" altLang="zh-CN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defTabSz="0"/>
            <a:endParaRPr lang="en-US" altLang="zh-CN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4266565" y="4405630"/>
            <a:ext cx="492760" cy="492760"/>
          </a:xfrm>
          <a:prstGeom prst="ellipse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1"/>
          <p:cNvSpPr txBox="1"/>
          <p:nvPr/>
        </p:nvSpPr>
        <p:spPr>
          <a:xfrm>
            <a:off x="4825599" y="4490950"/>
            <a:ext cx="1828800" cy="32194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/>
            <a:r>
              <a:rPr lang="zh-CN" altLang="en-US" dirty="0">
                <a:solidFill>
                  <a:srgbClr val="DAB96E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Calibri" panose="020F0502020204030204" pitchFamily="18" charset="0"/>
              </a:rPr>
              <a:t>主</a:t>
            </a:r>
            <a:r>
              <a:rPr lang="zh-CN" altLang="en-US" dirty="0">
                <a:solidFill>
                  <a:srgbClr val="DAB96E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Calibri" panose="020F0502020204030204" pitchFamily="18" charset="0"/>
              </a:rPr>
              <a:t>动进行问题收集</a:t>
            </a:r>
            <a:endParaRPr lang="zh-CN" altLang="en-US" dirty="0">
              <a:solidFill>
                <a:srgbClr val="DAB96E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Calibri" panose="020F0502020204030204" pitchFamily="18" charset="0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4825366" y="4837430"/>
            <a:ext cx="2441575" cy="2506980"/>
          </a:xfrm>
          <a:prstGeom prst="rect">
            <a:avLst/>
          </a:prstGeom>
          <a:noFill/>
        </p:spPr>
        <p:txBody>
          <a:bodyPr wrap="square" lIns="0" tIns="0" rIns="0" bIns="45714" rtlCol="0">
            <a:spAutoFit/>
          </a:bodyPr>
          <a:lstStyle/>
          <a:p>
            <a:pPr defTabSz="0"/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主动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在平时的学习生活中主动收集问题</a:t>
            </a:r>
            <a:endParaRPr lang="en-US" altLang="zh-CN" sz="3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defTabSz="0"/>
            <a:endParaRPr lang="en-US" altLang="zh-CN" sz="3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  <a:p>
            <a:pPr defTabSz="0"/>
            <a:endParaRPr lang="en-US" altLang="zh-CN" sz="3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7679690" y="4405630"/>
            <a:ext cx="492760" cy="492760"/>
          </a:xfrm>
          <a:prstGeom prst="ellipse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1"/>
          <p:cNvSpPr txBox="1"/>
          <p:nvPr/>
        </p:nvSpPr>
        <p:spPr>
          <a:xfrm>
            <a:off x="8238724" y="4490950"/>
            <a:ext cx="1828800" cy="32194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defTabSz="0"/>
            <a:r>
              <a:rPr lang="zh-CN" altLang="en-US" dirty="0">
                <a:solidFill>
                  <a:srgbClr val="DAB96E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Calibri" panose="020F0502020204030204" pitchFamily="18" charset="0"/>
              </a:rPr>
              <a:t>形成汇报问题提案</a:t>
            </a:r>
            <a:endParaRPr lang="zh-CN" altLang="en-US" dirty="0">
              <a:solidFill>
                <a:srgbClr val="DAB96E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Calibri" panose="020F0502020204030204" pitchFamily="18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8238491" y="4837430"/>
            <a:ext cx="2441575" cy="1522095"/>
          </a:xfrm>
          <a:prstGeom prst="rect">
            <a:avLst/>
          </a:prstGeom>
          <a:noFill/>
        </p:spPr>
        <p:txBody>
          <a:bodyPr wrap="square" lIns="0" tIns="0" rIns="0" bIns="45714" rtlCol="0">
            <a:spAutoFit/>
          </a:bodyPr>
          <a:lstStyle/>
          <a:p>
            <a:pPr defTabSz="0"/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每月收集整理问题提案，并在会议上展示。</a:t>
            </a:r>
            <a:endParaRPr lang="zh-CN" altLang="en-US" sz="3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  <p:sp>
        <p:nvSpPr>
          <p:cNvPr id="31" name="Freeform 92"/>
          <p:cNvSpPr>
            <a:spLocks noEditPoints="1"/>
          </p:cNvSpPr>
          <p:nvPr/>
        </p:nvSpPr>
        <p:spPr bwMode="auto">
          <a:xfrm>
            <a:off x="922021" y="4522471"/>
            <a:ext cx="325438" cy="228600"/>
          </a:xfrm>
          <a:custGeom>
            <a:avLst/>
            <a:gdLst>
              <a:gd name="T0" fmla="*/ 57 w 71"/>
              <a:gd name="T1" fmla="*/ 44 h 50"/>
              <a:gd name="T2" fmla="*/ 65 w 71"/>
              <a:gd name="T3" fmla="*/ 36 h 50"/>
              <a:gd name="T4" fmla="*/ 58 w 71"/>
              <a:gd name="T5" fmla="*/ 27 h 50"/>
              <a:gd name="T6" fmla="*/ 56 w 71"/>
              <a:gd name="T7" fmla="*/ 24 h 50"/>
              <a:gd name="T8" fmla="*/ 37 w 71"/>
              <a:gd name="T9" fmla="*/ 6 h 50"/>
              <a:gd name="T10" fmla="*/ 20 w 71"/>
              <a:gd name="T11" fmla="*/ 17 h 50"/>
              <a:gd name="T12" fmla="*/ 9 w 71"/>
              <a:gd name="T13" fmla="*/ 23 h 50"/>
              <a:gd name="T14" fmla="*/ 9 w 71"/>
              <a:gd name="T15" fmla="*/ 41 h 50"/>
              <a:gd name="T16" fmla="*/ 18 w 71"/>
              <a:gd name="T17" fmla="*/ 44 h 50"/>
              <a:gd name="T18" fmla="*/ 19 w 71"/>
              <a:gd name="T19" fmla="*/ 30 h 50"/>
              <a:gd name="T20" fmla="*/ 19 w 71"/>
              <a:gd name="T21" fmla="*/ 28 h 50"/>
              <a:gd name="T22" fmla="*/ 24 w 71"/>
              <a:gd name="T23" fmla="*/ 31 h 50"/>
              <a:gd name="T24" fmla="*/ 26 w 71"/>
              <a:gd name="T25" fmla="*/ 20 h 50"/>
              <a:gd name="T26" fmla="*/ 28 w 71"/>
              <a:gd name="T27" fmla="*/ 31 h 50"/>
              <a:gd name="T28" fmla="*/ 33 w 71"/>
              <a:gd name="T29" fmla="*/ 28 h 50"/>
              <a:gd name="T30" fmla="*/ 27 w 71"/>
              <a:gd name="T31" fmla="*/ 36 h 50"/>
              <a:gd name="T32" fmla="*/ 27 w 71"/>
              <a:gd name="T33" fmla="*/ 36 h 50"/>
              <a:gd name="T34" fmla="*/ 27 w 71"/>
              <a:gd name="T35" fmla="*/ 37 h 50"/>
              <a:gd name="T36" fmla="*/ 27 w 71"/>
              <a:gd name="T37" fmla="*/ 37 h 50"/>
              <a:gd name="T38" fmla="*/ 25 w 71"/>
              <a:gd name="T39" fmla="*/ 37 h 50"/>
              <a:gd name="T40" fmla="*/ 25 w 71"/>
              <a:gd name="T41" fmla="*/ 37 h 50"/>
              <a:gd name="T42" fmla="*/ 25 w 71"/>
              <a:gd name="T43" fmla="*/ 36 h 50"/>
              <a:gd name="T44" fmla="*/ 25 w 71"/>
              <a:gd name="T45" fmla="*/ 36 h 50"/>
              <a:gd name="T46" fmla="*/ 38 w 71"/>
              <a:gd name="T47" fmla="*/ 29 h 50"/>
              <a:gd name="T48" fmla="*/ 35 w 71"/>
              <a:gd name="T49" fmla="*/ 29 h 50"/>
              <a:gd name="T50" fmla="*/ 41 w 71"/>
              <a:gd name="T51" fmla="*/ 21 h 50"/>
              <a:gd name="T52" fmla="*/ 41 w 71"/>
              <a:gd name="T53" fmla="*/ 21 h 50"/>
              <a:gd name="T54" fmla="*/ 42 w 71"/>
              <a:gd name="T55" fmla="*/ 20 h 50"/>
              <a:gd name="T56" fmla="*/ 42 w 71"/>
              <a:gd name="T57" fmla="*/ 20 h 50"/>
              <a:gd name="T58" fmla="*/ 43 w 71"/>
              <a:gd name="T59" fmla="*/ 20 h 50"/>
              <a:gd name="T60" fmla="*/ 43 w 71"/>
              <a:gd name="T61" fmla="*/ 20 h 50"/>
              <a:gd name="T62" fmla="*/ 44 w 71"/>
              <a:gd name="T63" fmla="*/ 21 h 50"/>
              <a:gd name="T64" fmla="*/ 44 w 71"/>
              <a:gd name="T65" fmla="*/ 21 h 50"/>
              <a:gd name="T66" fmla="*/ 50 w 71"/>
              <a:gd name="T67" fmla="*/ 29 h 50"/>
              <a:gd name="T68" fmla="*/ 44 w 71"/>
              <a:gd name="T69" fmla="*/ 26 h 50"/>
              <a:gd name="T70" fmla="*/ 43 w 71"/>
              <a:gd name="T71" fmla="*/ 37 h 50"/>
              <a:gd name="T72" fmla="*/ 41 w 71"/>
              <a:gd name="T73" fmla="*/ 26 h 50"/>
              <a:gd name="T74" fmla="*/ 67 w 71"/>
              <a:gd name="T75" fmla="*/ 46 h 50"/>
              <a:gd name="T76" fmla="*/ 57 w 71"/>
              <a:gd name="T77" fmla="*/ 50 h 50"/>
              <a:gd name="T78" fmla="*/ 18 w 71"/>
              <a:gd name="T79" fmla="*/ 50 h 50"/>
              <a:gd name="T80" fmla="*/ 0 w 71"/>
              <a:gd name="T81" fmla="*/ 31 h 50"/>
              <a:gd name="T82" fmla="*/ 16 w 71"/>
              <a:gd name="T83" fmla="*/ 13 h 50"/>
              <a:gd name="T84" fmla="*/ 37 w 71"/>
              <a:gd name="T85" fmla="*/ 0 h 50"/>
              <a:gd name="T86" fmla="*/ 61 w 71"/>
              <a:gd name="T87" fmla="*/ 22 h 50"/>
              <a:gd name="T88" fmla="*/ 71 w 71"/>
              <a:gd name="T89" fmla="*/ 36 h 50"/>
              <a:gd name="T90" fmla="*/ 67 w 71"/>
              <a:gd name="T91" fmla="*/ 4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71" h="50">
                <a:moveTo>
                  <a:pt x="57" y="44"/>
                </a:moveTo>
                <a:cubicBezTo>
                  <a:pt x="57" y="44"/>
                  <a:pt x="57" y="44"/>
                  <a:pt x="57" y="44"/>
                </a:cubicBezTo>
                <a:cubicBezTo>
                  <a:pt x="59" y="44"/>
                  <a:pt x="61" y="43"/>
                  <a:pt x="63" y="42"/>
                </a:cubicBezTo>
                <a:cubicBezTo>
                  <a:pt x="64" y="40"/>
                  <a:pt x="65" y="38"/>
                  <a:pt x="65" y="36"/>
                </a:cubicBezTo>
                <a:cubicBezTo>
                  <a:pt x="65" y="33"/>
                  <a:pt x="65" y="32"/>
                  <a:pt x="63" y="30"/>
                </a:cubicBezTo>
                <a:cubicBezTo>
                  <a:pt x="62" y="28"/>
                  <a:pt x="60" y="27"/>
                  <a:pt x="58" y="27"/>
                </a:cubicBezTo>
                <a:cubicBezTo>
                  <a:pt x="57" y="27"/>
                  <a:pt x="56" y="26"/>
                  <a:pt x="56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56" y="19"/>
                  <a:pt x="54" y="14"/>
                  <a:pt x="50" y="11"/>
                </a:cubicBezTo>
                <a:cubicBezTo>
                  <a:pt x="47" y="8"/>
                  <a:pt x="42" y="6"/>
                  <a:pt x="37" y="6"/>
                </a:cubicBezTo>
                <a:cubicBezTo>
                  <a:pt x="33" y="6"/>
                  <a:pt x="30" y="7"/>
                  <a:pt x="27" y="9"/>
                </a:cubicBezTo>
                <a:cubicBezTo>
                  <a:pt x="24" y="11"/>
                  <a:pt x="21" y="14"/>
                  <a:pt x="20" y="17"/>
                </a:cubicBezTo>
                <a:cubicBezTo>
                  <a:pt x="19" y="18"/>
                  <a:pt x="18" y="19"/>
                  <a:pt x="17" y="19"/>
                </a:cubicBezTo>
                <a:cubicBezTo>
                  <a:pt x="14" y="19"/>
                  <a:pt x="11" y="20"/>
                  <a:pt x="9" y="23"/>
                </a:cubicBezTo>
                <a:cubicBezTo>
                  <a:pt x="7" y="25"/>
                  <a:pt x="5" y="28"/>
                  <a:pt x="5" y="31"/>
                </a:cubicBezTo>
                <a:cubicBezTo>
                  <a:pt x="5" y="35"/>
                  <a:pt x="7" y="38"/>
                  <a:pt x="9" y="41"/>
                </a:cubicBezTo>
                <a:cubicBezTo>
                  <a:pt x="9" y="41"/>
                  <a:pt x="9" y="41"/>
                  <a:pt x="9" y="41"/>
                </a:cubicBezTo>
                <a:cubicBezTo>
                  <a:pt x="12" y="43"/>
                  <a:pt x="15" y="44"/>
                  <a:pt x="18" y="44"/>
                </a:cubicBezTo>
                <a:cubicBezTo>
                  <a:pt x="57" y="44"/>
                  <a:pt x="57" y="44"/>
                  <a:pt x="57" y="44"/>
                </a:cubicBezTo>
                <a:close/>
                <a:moveTo>
                  <a:pt x="19" y="30"/>
                </a:moveTo>
                <a:cubicBezTo>
                  <a:pt x="19" y="30"/>
                  <a:pt x="19" y="30"/>
                  <a:pt x="19" y="30"/>
                </a:cubicBezTo>
                <a:cubicBezTo>
                  <a:pt x="18" y="30"/>
                  <a:pt x="18" y="29"/>
                  <a:pt x="19" y="28"/>
                </a:cubicBezTo>
                <a:cubicBezTo>
                  <a:pt x="19" y="27"/>
                  <a:pt x="20" y="27"/>
                  <a:pt x="21" y="28"/>
                </a:cubicBezTo>
                <a:cubicBezTo>
                  <a:pt x="24" y="31"/>
                  <a:pt x="24" y="31"/>
                  <a:pt x="24" y="31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1"/>
                  <a:pt x="25" y="20"/>
                  <a:pt x="26" y="20"/>
                </a:cubicBezTo>
                <a:cubicBezTo>
                  <a:pt x="27" y="20"/>
                  <a:pt x="28" y="21"/>
                  <a:pt x="28" y="22"/>
                </a:cubicBezTo>
                <a:cubicBezTo>
                  <a:pt x="28" y="31"/>
                  <a:pt x="28" y="31"/>
                  <a:pt x="28" y="31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7"/>
                  <a:pt x="32" y="27"/>
                  <a:pt x="33" y="28"/>
                </a:cubicBezTo>
                <a:cubicBezTo>
                  <a:pt x="34" y="29"/>
                  <a:pt x="34" y="30"/>
                  <a:pt x="33" y="30"/>
                </a:cubicBezTo>
                <a:cubicBezTo>
                  <a:pt x="27" y="36"/>
                  <a:pt x="27" y="36"/>
                  <a:pt x="27" y="36"/>
                </a:cubicBezTo>
                <a:cubicBezTo>
                  <a:pt x="27" y="36"/>
                  <a:pt x="27" y="36"/>
                  <a:pt x="27" y="36"/>
                </a:cubicBezTo>
                <a:cubicBezTo>
                  <a:pt x="27" y="36"/>
                  <a:pt x="27" y="36"/>
                  <a:pt x="27" y="36"/>
                </a:cubicBezTo>
                <a:cubicBezTo>
                  <a:pt x="27" y="36"/>
                  <a:pt x="27" y="36"/>
                  <a:pt x="27" y="36"/>
                </a:cubicBezTo>
                <a:cubicBezTo>
                  <a:pt x="27" y="36"/>
                  <a:pt x="27" y="36"/>
                  <a:pt x="27" y="37"/>
                </a:cubicBezTo>
                <a:cubicBezTo>
                  <a:pt x="27" y="37"/>
                  <a:pt x="27" y="37"/>
                  <a:pt x="27" y="37"/>
                </a:cubicBezTo>
                <a:cubicBezTo>
                  <a:pt x="27" y="37"/>
                  <a:pt x="27" y="37"/>
                  <a:pt x="27" y="37"/>
                </a:cubicBezTo>
                <a:cubicBezTo>
                  <a:pt x="26" y="37"/>
                  <a:pt x="26" y="37"/>
                  <a:pt x="26" y="37"/>
                </a:cubicBezTo>
                <a:cubicBezTo>
                  <a:pt x="26" y="37"/>
                  <a:pt x="25" y="37"/>
                  <a:pt x="25" y="37"/>
                </a:cubicBezTo>
                <a:cubicBezTo>
                  <a:pt x="25" y="37"/>
                  <a:pt x="25" y="37"/>
                  <a:pt x="25" y="37"/>
                </a:cubicBezTo>
                <a:cubicBezTo>
                  <a:pt x="25" y="37"/>
                  <a:pt x="25" y="37"/>
                  <a:pt x="25" y="37"/>
                </a:cubicBezTo>
                <a:cubicBezTo>
                  <a:pt x="25" y="36"/>
                  <a:pt x="25" y="36"/>
                  <a:pt x="25" y="36"/>
                </a:cubicBezTo>
                <a:cubicBezTo>
                  <a:pt x="25" y="36"/>
                  <a:pt x="25" y="36"/>
                  <a:pt x="25" y="36"/>
                </a:cubicBezTo>
                <a:cubicBezTo>
                  <a:pt x="25" y="36"/>
                  <a:pt x="25" y="36"/>
                  <a:pt x="25" y="36"/>
                </a:cubicBezTo>
                <a:cubicBezTo>
                  <a:pt x="25" y="36"/>
                  <a:pt x="25" y="36"/>
                  <a:pt x="25" y="36"/>
                </a:cubicBezTo>
                <a:cubicBezTo>
                  <a:pt x="19" y="30"/>
                  <a:pt x="19" y="30"/>
                  <a:pt x="19" y="30"/>
                </a:cubicBezTo>
                <a:close/>
                <a:moveTo>
                  <a:pt x="38" y="29"/>
                </a:moveTo>
                <a:cubicBezTo>
                  <a:pt x="38" y="29"/>
                  <a:pt x="38" y="29"/>
                  <a:pt x="38" y="29"/>
                </a:cubicBezTo>
                <a:cubicBezTo>
                  <a:pt x="37" y="30"/>
                  <a:pt x="36" y="30"/>
                  <a:pt x="35" y="29"/>
                </a:cubicBezTo>
                <a:cubicBezTo>
                  <a:pt x="35" y="28"/>
                  <a:pt x="35" y="27"/>
                  <a:pt x="35" y="27"/>
                </a:cubicBezTo>
                <a:cubicBezTo>
                  <a:pt x="41" y="21"/>
                  <a:pt x="41" y="21"/>
                  <a:pt x="41" y="21"/>
                </a:cubicBezTo>
                <a:cubicBezTo>
                  <a:pt x="41" y="21"/>
                  <a:pt x="41" y="21"/>
                  <a:pt x="41" y="21"/>
                </a:cubicBezTo>
                <a:cubicBezTo>
                  <a:pt x="41" y="21"/>
                  <a:pt x="41" y="21"/>
                  <a:pt x="41" y="21"/>
                </a:cubicBezTo>
                <a:cubicBezTo>
                  <a:pt x="41" y="21"/>
                  <a:pt x="41" y="21"/>
                  <a:pt x="41" y="21"/>
                </a:cubicBezTo>
                <a:cubicBezTo>
                  <a:pt x="42" y="20"/>
                  <a:pt x="42" y="20"/>
                  <a:pt x="42" y="20"/>
                </a:cubicBezTo>
                <a:cubicBezTo>
                  <a:pt x="42" y="20"/>
                  <a:pt x="42" y="20"/>
                  <a:pt x="42" y="20"/>
                </a:cubicBezTo>
                <a:cubicBezTo>
                  <a:pt x="42" y="20"/>
                  <a:pt x="42" y="20"/>
                  <a:pt x="42" y="20"/>
                </a:cubicBezTo>
                <a:cubicBezTo>
                  <a:pt x="42" y="20"/>
                  <a:pt x="42" y="20"/>
                  <a:pt x="43" y="20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0"/>
                  <a:pt x="43" y="20"/>
                  <a:pt x="43" y="20"/>
                </a:cubicBezTo>
                <a:cubicBezTo>
                  <a:pt x="44" y="20"/>
                  <a:pt x="44" y="20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50" y="27"/>
                  <a:pt x="50" y="27"/>
                  <a:pt x="50" y="27"/>
                </a:cubicBezTo>
                <a:cubicBezTo>
                  <a:pt x="50" y="27"/>
                  <a:pt x="50" y="28"/>
                  <a:pt x="50" y="29"/>
                </a:cubicBezTo>
                <a:cubicBezTo>
                  <a:pt x="49" y="30"/>
                  <a:pt x="48" y="30"/>
                  <a:pt x="47" y="2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35"/>
                  <a:pt x="44" y="35"/>
                  <a:pt x="44" y="35"/>
                </a:cubicBezTo>
                <a:cubicBezTo>
                  <a:pt x="44" y="36"/>
                  <a:pt x="43" y="37"/>
                  <a:pt x="43" y="37"/>
                </a:cubicBezTo>
                <a:cubicBezTo>
                  <a:pt x="42" y="37"/>
                  <a:pt x="41" y="36"/>
                  <a:pt x="41" y="35"/>
                </a:cubicBezTo>
                <a:cubicBezTo>
                  <a:pt x="41" y="26"/>
                  <a:pt x="41" y="26"/>
                  <a:pt x="41" y="26"/>
                </a:cubicBezTo>
                <a:cubicBezTo>
                  <a:pt x="38" y="29"/>
                  <a:pt x="38" y="29"/>
                  <a:pt x="38" y="29"/>
                </a:cubicBezTo>
                <a:close/>
                <a:moveTo>
                  <a:pt x="67" y="46"/>
                </a:moveTo>
                <a:cubicBezTo>
                  <a:pt x="67" y="46"/>
                  <a:pt x="67" y="46"/>
                  <a:pt x="67" y="46"/>
                </a:cubicBezTo>
                <a:cubicBezTo>
                  <a:pt x="64" y="48"/>
                  <a:pt x="61" y="50"/>
                  <a:pt x="57" y="50"/>
                </a:cubicBezTo>
                <a:cubicBezTo>
                  <a:pt x="57" y="50"/>
                  <a:pt x="57" y="50"/>
                  <a:pt x="57" y="50"/>
                </a:cubicBezTo>
                <a:cubicBezTo>
                  <a:pt x="18" y="50"/>
                  <a:pt x="18" y="50"/>
                  <a:pt x="18" y="50"/>
                </a:cubicBezTo>
                <a:cubicBezTo>
                  <a:pt x="13" y="50"/>
                  <a:pt x="9" y="48"/>
                  <a:pt x="5" y="44"/>
                </a:cubicBezTo>
                <a:cubicBezTo>
                  <a:pt x="2" y="41"/>
                  <a:pt x="0" y="36"/>
                  <a:pt x="0" y="31"/>
                </a:cubicBezTo>
                <a:cubicBezTo>
                  <a:pt x="0" y="27"/>
                  <a:pt x="2" y="22"/>
                  <a:pt x="5" y="19"/>
                </a:cubicBezTo>
                <a:cubicBezTo>
                  <a:pt x="8" y="16"/>
                  <a:pt x="11" y="14"/>
                  <a:pt x="16" y="13"/>
                </a:cubicBezTo>
                <a:cubicBezTo>
                  <a:pt x="18" y="10"/>
                  <a:pt x="20" y="6"/>
                  <a:pt x="24" y="4"/>
                </a:cubicBezTo>
                <a:cubicBezTo>
                  <a:pt x="28" y="2"/>
                  <a:pt x="32" y="0"/>
                  <a:pt x="37" y="0"/>
                </a:cubicBezTo>
                <a:cubicBezTo>
                  <a:pt x="44" y="0"/>
                  <a:pt x="50" y="3"/>
                  <a:pt x="54" y="7"/>
                </a:cubicBezTo>
                <a:cubicBezTo>
                  <a:pt x="58" y="11"/>
                  <a:pt x="61" y="16"/>
                  <a:pt x="61" y="22"/>
                </a:cubicBezTo>
                <a:cubicBezTo>
                  <a:pt x="64" y="23"/>
                  <a:pt x="66" y="25"/>
                  <a:pt x="67" y="27"/>
                </a:cubicBezTo>
                <a:cubicBezTo>
                  <a:pt x="69" y="29"/>
                  <a:pt x="71" y="32"/>
                  <a:pt x="71" y="36"/>
                </a:cubicBezTo>
                <a:cubicBezTo>
                  <a:pt x="71" y="40"/>
                  <a:pt x="69" y="43"/>
                  <a:pt x="67" y="46"/>
                </a:cubicBezTo>
                <a:cubicBezTo>
                  <a:pt x="67" y="46"/>
                  <a:pt x="67" y="46"/>
                  <a:pt x="67" y="4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52" name="Freeform 113"/>
          <p:cNvSpPr>
            <a:spLocks noEditPoints="1"/>
          </p:cNvSpPr>
          <p:nvPr/>
        </p:nvSpPr>
        <p:spPr bwMode="auto">
          <a:xfrm>
            <a:off x="4350068" y="4488500"/>
            <a:ext cx="325438" cy="325438"/>
          </a:xfrm>
          <a:custGeom>
            <a:avLst/>
            <a:gdLst>
              <a:gd name="T0" fmla="*/ 67 w 71"/>
              <a:gd name="T1" fmla="*/ 8 h 71"/>
              <a:gd name="T2" fmla="*/ 67 w 71"/>
              <a:gd name="T3" fmla="*/ 8 h 71"/>
              <a:gd name="T4" fmla="*/ 67 w 71"/>
              <a:gd name="T5" fmla="*/ 26 h 71"/>
              <a:gd name="T6" fmla="*/ 57 w 71"/>
              <a:gd name="T7" fmla="*/ 36 h 71"/>
              <a:gd name="T8" fmla="*/ 39 w 71"/>
              <a:gd name="T9" fmla="*/ 36 h 71"/>
              <a:gd name="T10" fmla="*/ 39 w 71"/>
              <a:gd name="T11" fmla="*/ 36 h 71"/>
              <a:gd name="T12" fmla="*/ 36 w 71"/>
              <a:gd name="T13" fmla="*/ 39 h 71"/>
              <a:gd name="T14" fmla="*/ 36 w 71"/>
              <a:gd name="T15" fmla="*/ 57 h 71"/>
              <a:gd name="T16" fmla="*/ 26 w 71"/>
              <a:gd name="T17" fmla="*/ 67 h 71"/>
              <a:gd name="T18" fmla="*/ 17 w 71"/>
              <a:gd name="T19" fmla="*/ 71 h 71"/>
              <a:gd name="T20" fmla="*/ 3 w 71"/>
              <a:gd name="T21" fmla="*/ 63 h 71"/>
              <a:gd name="T22" fmla="*/ 3 w 71"/>
              <a:gd name="T23" fmla="*/ 45 h 71"/>
              <a:gd name="T24" fmla="*/ 3 w 71"/>
              <a:gd name="T25" fmla="*/ 45 h 71"/>
              <a:gd name="T26" fmla="*/ 22 w 71"/>
              <a:gd name="T27" fmla="*/ 31 h 71"/>
              <a:gd name="T28" fmla="*/ 31 w 71"/>
              <a:gd name="T29" fmla="*/ 35 h 71"/>
              <a:gd name="T30" fmla="*/ 35 w 71"/>
              <a:gd name="T31" fmla="*/ 32 h 71"/>
              <a:gd name="T32" fmla="*/ 31 w 71"/>
              <a:gd name="T33" fmla="*/ 23 h 71"/>
              <a:gd name="T34" fmla="*/ 35 w 71"/>
              <a:gd name="T35" fmla="*/ 14 h 71"/>
              <a:gd name="T36" fmla="*/ 45 w 71"/>
              <a:gd name="T37" fmla="*/ 4 h 71"/>
              <a:gd name="T38" fmla="*/ 53 w 71"/>
              <a:gd name="T39" fmla="*/ 0 h 71"/>
              <a:gd name="T40" fmla="*/ 62 w 71"/>
              <a:gd name="T41" fmla="*/ 4 h 71"/>
              <a:gd name="T42" fmla="*/ 63 w 71"/>
              <a:gd name="T43" fmla="*/ 12 h 71"/>
              <a:gd name="T44" fmla="*/ 58 w 71"/>
              <a:gd name="T45" fmla="*/ 8 h 71"/>
              <a:gd name="T46" fmla="*/ 48 w 71"/>
              <a:gd name="T47" fmla="*/ 8 h 71"/>
              <a:gd name="T48" fmla="*/ 36 w 71"/>
              <a:gd name="T49" fmla="*/ 23 h 71"/>
              <a:gd name="T50" fmla="*/ 38 w 71"/>
              <a:gd name="T51" fmla="*/ 28 h 71"/>
              <a:gd name="T52" fmla="*/ 39 w 71"/>
              <a:gd name="T53" fmla="*/ 28 h 71"/>
              <a:gd name="T54" fmla="*/ 47 w 71"/>
              <a:gd name="T55" fmla="*/ 23 h 71"/>
              <a:gd name="T56" fmla="*/ 43 w 71"/>
              <a:gd name="T57" fmla="*/ 32 h 71"/>
              <a:gd name="T58" fmla="*/ 43 w 71"/>
              <a:gd name="T59" fmla="*/ 32 h 71"/>
              <a:gd name="T60" fmla="*/ 53 w 71"/>
              <a:gd name="T61" fmla="*/ 32 h 71"/>
              <a:gd name="T62" fmla="*/ 63 w 71"/>
              <a:gd name="T63" fmla="*/ 22 h 71"/>
              <a:gd name="T64" fmla="*/ 65 w 71"/>
              <a:gd name="T65" fmla="*/ 17 h 71"/>
              <a:gd name="T66" fmla="*/ 63 w 71"/>
              <a:gd name="T67" fmla="*/ 12 h 71"/>
              <a:gd name="T68" fmla="*/ 32 w 71"/>
              <a:gd name="T69" fmla="*/ 43 h 71"/>
              <a:gd name="T70" fmla="*/ 27 w 71"/>
              <a:gd name="T71" fmla="*/ 48 h 71"/>
              <a:gd name="T72" fmla="*/ 23 w 71"/>
              <a:gd name="T73" fmla="*/ 44 h 71"/>
              <a:gd name="T74" fmla="*/ 27 w 71"/>
              <a:gd name="T75" fmla="*/ 39 h 71"/>
              <a:gd name="T76" fmla="*/ 22 w 71"/>
              <a:gd name="T77" fmla="*/ 37 h 71"/>
              <a:gd name="T78" fmla="*/ 17 w 71"/>
              <a:gd name="T79" fmla="*/ 39 h 71"/>
              <a:gd name="T80" fmla="*/ 7 w 71"/>
              <a:gd name="T81" fmla="*/ 49 h 71"/>
              <a:gd name="T82" fmla="*/ 7 w 71"/>
              <a:gd name="T83" fmla="*/ 59 h 71"/>
              <a:gd name="T84" fmla="*/ 17 w 71"/>
              <a:gd name="T85" fmla="*/ 65 h 71"/>
              <a:gd name="T86" fmla="*/ 22 w 71"/>
              <a:gd name="T87" fmla="*/ 63 h 71"/>
              <a:gd name="T88" fmla="*/ 32 w 71"/>
              <a:gd name="T89" fmla="*/ 53 h 71"/>
              <a:gd name="T90" fmla="*/ 32 w 71"/>
              <a:gd name="T91" fmla="*/ 43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71" h="71">
                <a:moveTo>
                  <a:pt x="62" y="4"/>
                </a:moveTo>
                <a:cubicBezTo>
                  <a:pt x="67" y="8"/>
                  <a:pt x="67" y="8"/>
                  <a:pt x="67" y="8"/>
                </a:cubicBezTo>
                <a:cubicBezTo>
                  <a:pt x="67" y="8"/>
                  <a:pt x="67" y="8"/>
                  <a:pt x="67" y="8"/>
                </a:cubicBezTo>
                <a:cubicBezTo>
                  <a:pt x="67" y="8"/>
                  <a:pt x="67" y="8"/>
                  <a:pt x="67" y="8"/>
                </a:cubicBezTo>
                <a:cubicBezTo>
                  <a:pt x="69" y="11"/>
                  <a:pt x="71" y="14"/>
                  <a:pt x="71" y="17"/>
                </a:cubicBezTo>
                <a:cubicBezTo>
                  <a:pt x="71" y="20"/>
                  <a:pt x="69" y="24"/>
                  <a:pt x="67" y="26"/>
                </a:cubicBezTo>
                <a:cubicBezTo>
                  <a:pt x="67" y="26"/>
                  <a:pt x="67" y="26"/>
                  <a:pt x="67" y="26"/>
                </a:cubicBezTo>
                <a:cubicBezTo>
                  <a:pt x="57" y="36"/>
                  <a:pt x="57" y="36"/>
                  <a:pt x="57" y="36"/>
                </a:cubicBezTo>
                <a:cubicBezTo>
                  <a:pt x="55" y="39"/>
                  <a:pt x="51" y="40"/>
                  <a:pt x="48" y="40"/>
                </a:cubicBezTo>
                <a:cubicBezTo>
                  <a:pt x="45" y="40"/>
                  <a:pt x="42" y="39"/>
                  <a:pt x="39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5" y="39"/>
                  <a:pt x="35" y="39"/>
                  <a:pt x="35" y="39"/>
                </a:cubicBezTo>
                <a:cubicBezTo>
                  <a:pt x="36" y="39"/>
                  <a:pt x="36" y="39"/>
                  <a:pt x="36" y="39"/>
                </a:cubicBezTo>
                <a:cubicBezTo>
                  <a:pt x="38" y="42"/>
                  <a:pt x="40" y="45"/>
                  <a:pt x="40" y="48"/>
                </a:cubicBezTo>
                <a:cubicBezTo>
                  <a:pt x="40" y="52"/>
                  <a:pt x="38" y="55"/>
                  <a:pt x="36" y="57"/>
                </a:cubicBezTo>
                <a:cubicBezTo>
                  <a:pt x="36" y="57"/>
                  <a:pt x="36" y="57"/>
                  <a:pt x="36" y="57"/>
                </a:cubicBezTo>
                <a:cubicBezTo>
                  <a:pt x="26" y="67"/>
                  <a:pt x="26" y="67"/>
                  <a:pt x="26" y="67"/>
                </a:cubicBezTo>
                <a:cubicBezTo>
                  <a:pt x="26" y="67"/>
                  <a:pt x="26" y="67"/>
                  <a:pt x="26" y="67"/>
                </a:cubicBezTo>
                <a:cubicBezTo>
                  <a:pt x="23" y="70"/>
                  <a:pt x="20" y="71"/>
                  <a:pt x="17" y="71"/>
                </a:cubicBezTo>
                <a:cubicBezTo>
                  <a:pt x="14" y="71"/>
                  <a:pt x="11" y="70"/>
                  <a:pt x="8" y="67"/>
                </a:cubicBezTo>
                <a:cubicBezTo>
                  <a:pt x="3" y="63"/>
                  <a:pt x="3" y="63"/>
                  <a:pt x="3" y="63"/>
                </a:cubicBezTo>
                <a:cubicBezTo>
                  <a:pt x="1" y="60"/>
                  <a:pt x="0" y="57"/>
                  <a:pt x="0" y="54"/>
                </a:cubicBezTo>
                <a:cubicBezTo>
                  <a:pt x="0" y="50"/>
                  <a:pt x="1" y="47"/>
                  <a:pt x="3" y="45"/>
                </a:cubicBezTo>
                <a:cubicBezTo>
                  <a:pt x="3" y="45"/>
                  <a:pt x="3" y="45"/>
                  <a:pt x="3" y="45"/>
                </a:cubicBezTo>
                <a:cubicBezTo>
                  <a:pt x="3" y="45"/>
                  <a:pt x="3" y="45"/>
                  <a:pt x="3" y="45"/>
                </a:cubicBezTo>
                <a:cubicBezTo>
                  <a:pt x="13" y="35"/>
                  <a:pt x="13" y="35"/>
                  <a:pt x="13" y="35"/>
                </a:cubicBezTo>
                <a:cubicBezTo>
                  <a:pt x="16" y="32"/>
                  <a:pt x="19" y="31"/>
                  <a:pt x="22" y="31"/>
                </a:cubicBezTo>
                <a:cubicBezTo>
                  <a:pt x="26" y="31"/>
                  <a:pt x="29" y="32"/>
                  <a:pt x="31" y="35"/>
                </a:cubicBezTo>
                <a:cubicBezTo>
                  <a:pt x="31" y="35"/>
                  <a:pt x="31" y="35"/>
                  <a:pt x="31" y="35"/>
                </a:cubicBezTo>
                <a:cubicBezTo>
                  <a:pt x="32" y="35"/>
                  <a:pt x="32" y="35"/>
                  <a:pt x="32" y="35"/>
                </a:cubicBezTo>
                <a:cubicBezTo>
                  <a:pt x="35" y="32"/>
                  <a:pt x="35" y="32"/>
                  <a:pt x="35" y="32"/>
                </a:cubicBezTo>
                <a:cubicBezTo>
                  <a:pt x="35" y="31"/>
                  <a:pt x="35" y="31"/>
                  <a:pt x="35" y="31"/>
                </a:cubicBezTo>
                <a:cubicBezTo>
                  <a:pt x="32" y="29"/>
                  <a:pt x="31" y="26"/>
                  <a:pt x="31" y="23"/>
                </a:cubicBezTo>
                <a:cubicBezTo>
                  <a:pt x="31" y="19"/>
                  <a:pt x="32" y="16"/>
                  <a:pt x="35" y="14"/>
                </a:cubicBezTo>
                <a:cubicBezTo>
                  <a:pt x="35" y="14"/>
                  <a:pt x="35" y="14"/>
                  <a:pt x="35" y="14"/>
                </a:cubicBezTo>
                <a:cubicBezTo>
                  <a:pt x="35" y="14"/>
                  <a:pt x="35" y="14"/>
                  <a:pt x="35" y="14"/>
                </a:cubicBezTo>
                <a:cubicBezTo>
                  <a:pt x="45" y="4"/>
                  <a:pt x="45" y="4"/>
                  <a:pt x="45" y="4"/>
                </a:cubicBezTo>
                <a:cubicBezTo>
                  <a:pt x="44" y="4"/>
                  <a:pt x="44" y="4"/>
                  <a:pt x="44" y="4"/>
                </a:cubicBezTo>
                <a:cubicBezTo>
                  <a:pt x="47" y="1"/>
                  <a:pt x="50" y="0"/>
                  <a:pt x="53" y="0"/>
                </a:cubicBezTo>
                <a:cubicBezTo>
                  <a:pt x="57" y="0"/>
                  <a:pt x="60" y="1"/>
                  <a:pt x="62" y="4"/>
                </a:cubicBezTo>
                <a:cubicBezTo>
                  <a:pt x="62" y="4"/>
                  <a:pt x="62" y="4"/>
                  <a:pt x="62" y="4"/>
                </a:cubicBezTo>
                <a:close/>
                <a:moveTo>
                  <a:pt x="63" y="12"/>
                </a:moveTo>
                <a:cubicBezTo>
                  <a:pt x="63" y="12"/>
                  <a:pt x="63" y="12"/>
                  <a:pt x="63" y="12"/>
                </a:cubicBezTo>
                <a:cubicBezTo>
                  <a:pt x="59" y="8"/>
                  <a:pt x="59" y="8"/>
                  <a:pt x="59" y="8"/>
                </a:cubicBezTo>
                <a:cubicBezTo>
                  <a:pt x="58" y="8"/>
                  <a:pt x="58" y="8"/>
                  <a:pt x="58" y="8"/>
                </a:cubicBezTo>
                <a:cubicBezTo>
                  <a:pt x="57" y="6"/>
                  <a:pt x="55" y="6"/>
                  <a:pt x="53" y="6"/>
                </a:cubicBezTo>
                <a:cubicBezTo>
                  <a:pt x="52" y="6"/>
                  <a:pt x="50" y="6"/>
                  <a:pt x="48" y="8"/>
                </a:cubicBezTo>
                <a:cubicBezTo>
                  <a:pt x="38" y="18"/>
                  <a:pt x="38" y="18"/>
                  <a:pt x="38" y="18"/>
                </a:cubicBezTo>
                <a:cubicBezTo>
                  <a:pt x="37" y="19"/>
                  <a:pt x="36" y="21"/>
                  <a:pt x="36" y="23"/>
                </a:cubicBezTo>
                <a:cubicBezTo>
                  <a:pt x="36" y="23"/>
                  <a:pt x="36" y="23"/>
                  <a:pt x="36" y="23"/>
                </a:cubicBezTo>
                <a:cubicBezTo>
                  <a:pt x="36" y="24"/>
                  <a:pt x="37" y="26"/>
                  <a:pt x="38" y="28"/>
                </a:cubicBezTo>
                <a:cubicBezTo>
                  <a:pt x="38" y="28"/>
                  <a:pt x="38" y="28"/>
                  <a:pt x="38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44" y="23"/>
                  <a:pt x="44" y="23"/>
                  <a:pt x="44" y="23"/>
                </a:cubicBezTo>
                <a:cubicBezTo>
                  <a:pt x="45" y="22"/>
                  <a:pt x="46" y="22"/>
                  <a:pt x="47" y="23"/>
                </a:cubicBezTo>
                <a:cubicBezTo>
                  <a:pt x="48" y="24"/>
                  <a:pt x="48" y="26"/>
                  <a:pt x="47" y="27"/>
                </a:cubicBezTo>
                <a:cubicBezTo>
                  <a:pt x="43" y="32"/>
                  <a:pt x="43" y="32"/>
                  <a:pt x="43" y="32"/>
                </a:cubicBezTo>
                <a:cubicBezTo>
                  <a:pt x="43" y="32"/>
                  <a:pt x="43" y="32"/>
                  <a:pt x="43" y="32"/>
                </a:cubicBezTo>
                <a:cubicBezTo>
                  <a:pt x="43" y="32"/>
                  <a:pt x="43" y="32"/>
                  <a:pt x="43" y="32"/>
                </a:cubicBezTo>
                <a:cubicBezTo>
                  <a:pt x="44" y="34"/>
                  <a:pt x="46" y="34"/>
                  <a:pt x="48" y="34"/>
                </a:cubicBezTo>
                <a:cubicBezTo>
                  <a:pt x="50" y="34"/>
                  <a:pt x="52" y="34"/>
                  <a:pt x="53" y="32"/>
                </a:cubicBezTo>
                <a:cubicBezTo>
                  <a:pt x="53" y="32"/>
                  <a:pt x="53" y="32"/>
                  <a:pt x="53" y="32"/>
                </a:cubicBezTo>
                <a:cubicBezTo>
                  <a:pt x="63" y="22"/>
                  <a:pt x="63" y="22"/>
                  <a:pt x="63" y="22"/>
                </a:cubicBezTo>
                <a:cubicBezTo>
                  <a:pt x="63" y="22"/>
                  <a:pt x="63" y="22"/>
                  <a:pt x="63" y="22"/>
                </a:cubicBezTo>
                <a:cubicBezTo>
                  <a:pt x="64" y="21"/>
                  <a:pt x="65" y="19"/>
                  <a:pt x="65" y="17"/>
                </a:cubicBezTo>
                <a:cubicBezTo>
                  <a:pt x="65" y="17"/>
                  <a:pt x="65" y="17"/>
                  <a:pt x="65" y="17"/>
                </a:cubicBezTo>
                <a:cubicBezTo>
                  <a:pt x="65" y="15"/>
                  <a:pt x="64" y="14"/>
                  <a:pt x="63" y="12"/>
                </a:cubicBezTo>
                <a:close/>
                <a:moveTo>
                  <a:pt x="32" y="43"/>
                </a:moveTo>
                <a:cubicBezTo>
                  <a:pt x="32" y="43"/>
                  <a:pt x="32" y="43"/>
                  <a:pt x="32" y="43"/>
                </a:cubicBezTo>
                <a:cubicBezTo>
                  <a:pt x="32" y="43"/>
                  <a:pt x="32" y="43"/>
                  <a:pt x="32" y="43"/>
                </a:cubicBezTo>
                <a:cubicBezTo>
                  <a:pt x="27" y="48"/>
                  <a:pt x="27" y="48"/>
                  <a:pt x="27" y="48"/>
                </a:cubicBezTo>
                <a:cubicBezTo>
                  <a:pt x="26" y="49"/>
                  <a:pt x="24" y="49"/>
                  <a:pt x="23" y="48"/>
                </a:cubicBezTo>
                <a:cubicBezTo>
                  <a:pt x="22" y="47"/>
                  <a:pt x="22" y="45"/>
                  <a:pt x="23" y="44"/>
                </a:cubicBezTo>
                <a:cubicBezTo>
                  <a:pt x="28" y="39"/>
                  <a:pt x="28" y="39"/>
                  <a:pt x="28" y="39"/>
                </a:cubicBezTo>
                <a:cubicBezTo>
                  <a:pt x="27" y="39"/>
                  <a:pt x="27" y="39"/>
                  <a:pt x="27" y="39"/>
                </a:cubicBezTo>
                <a:cubicBezTo>
                  <a:pt x="27" y="39"/>
                  <a:pt x="27" y="39"/>
                  <a:pt x="27" y="39"/>
                </a:cubicBezTo>
                <a:cubicBezTo>
                  <a:pt x="26" y="37"/>
                  <a:pt x="24" y="37"/>
                  <a:pt x="22" y="37"/>
                </a:cubicBezTo>
                <a:cubicBezTo>
                  <a:pt x="21" y="37"/>
                  <a:pt x="19" y="37"/>
                  <a:pt x="17" y="39"/>
                </a:cubicBezTo>
                <a:cubicBezTo>
                  <a:pt x="17" y="39"/>
                  <a:pt x="17" y="39"/>
                  <a:pt x="17" y="39"/>
                </a:cubicBezTo>
                <a:cubicBezTo>
                  <a:pt x="7" y="49"/>
                  <a:pt x="7" y="49"/>
                  <a:pt x="7" y="49"/>
                </a:cubicBezTo>
                <a:cubicBezTo>
                  <a:pt x="7" y="49"/>
                  <a:pt x="7" y="49"/>
                  <a:pt x="7" y="49"/>
                </a:cubicBezTo>
                <a:cubicBezTo>
                  <a:pt x="6" y="50"/>
                  <a:pt x="5" y="52"/>
                  <a:pt x="5" y="54"/>
                </a:cubicBezTo>
                <a:cubicBezTo>
                  <a:pt x="5" y="55"/>
                  <a:pt x="6" y="57"/>
                  <a:pt x="7" y="59"/>
                </a:cubicBezTo>
                <a:cubicBezTo>
                  <a:pt x="12" y="63"/>
                  <a:pt x="12" y="63"/>
                  <a:pt x="12" y="63"/>
                </a:cubicBezTo>
                <a:cubicBezTo>
                  <a:pt x="13" y="65"/>
                  <a:pt x="15" y="65"/>
                  <a:pt x="17" y="65"/>
                </a:cubicBezTo>
                <a:cubicBezTo>
                  <a:pt x="19" y="65"/>
                  <a:pt x="21" y="65"/>
                  <a:pt x="22" y="63"/>
                </a:cubicBezTo>
                <a:cubicBezTo>
                  <a:pt x="22" y="63"/>
                  <a:pt x="22" y="63"/>
                  <a:pt x="22" y="6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3" y="52"/>
                  <a:pt x="34" y="50"/>
                  <a:pt x="34" y="48"/>
                </a:cubicBezTo>
                <a:cubicBezTo>
                  <a:pt x="34" y="46"/>
                  <a:pt x="33" y="45"/>
                  <a:pt x="32" y="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111" name="Freeform 172"/>
          <p:cNvSpPr>
            <a:spLocks noEditPoints="1"/>
          </p:cNvSpPr>
          <p:nvPr/>
        </p:nvSpPr>
        <p:spPr bwMode="auto">
          <a:xfrm>
            <a:off x="7806801" y="4504196"/>
            <a:ext cx="238191" cy="295222"/>
          </a:xfrm>
          <a:custGeom>
            <a:avLst/>
            <a:gdLst>
              <a:gd name="T0" fmla="*/ 7 w 49"/>
              <a:gd name="T1" fmla="*/ 24 h 61"/>
              <a:gd name="T2" fmla="*/ 13 w 49"/>
              <a:gd name="T3" fmla="*/ 5 h 61"/>
              <a:gd name="T4" fmla="*/ 25 w 49"/>
              <a:gd name="T5" fmla="*/ 0 h 61"/>
              <a:gd name="T6" fmla="*/ 42 w 49"/>
              <a:gd name="T7" fmla="*/ 17 h 61"/>
              <a:gd name="T8" fmla="*/ 43 w 49"/>
              <a:gd name="T9" fmla="*/ 24 h 61"/>
              <a:gd name="T10" fmla="*/ 49 w 49"/>
              <a:gd name="T11" fmla="*/ 31 h 61"/>
              <a:gd name="T12" fmla="*/ 47 w 49"/>
              <a:gd name="T13" fmla="*/ 59 h 61"/>
              <a:gd name="T14" fmla="*/ 43 w 49"/>
              <a:gd name="T15" fmla="*/ 61 h 61"/>
              <a:gd name="T16" fmla="*/ 2 w 49"/>
              <a:gd name="T17" fmla="*/ 59 h 61"/>
              <a:gd name="T18" fmla="*/ 0 w 49"/>
              <a:gd name="T19" fmla="*/ 31 h 61"/>
              <a:gd name="T20" fmla="*/ 2 w 49"/>
              <a:gd name="T21" fmla="*/ 26 h 61"/>
              <a:gd name="T22" fmla="*/ 25 w 49"/>
              <a:gd name="T23" fmla="*/ 44 h 61"/>
              <a:gd name="T24" fmla="*/ 25 w 49"/>
              <a:gd name="T25" fmla="*/ 44 h 61"/>
              <a:gd name="T26" fmla="*/ 27 w 49"/>
              <a:gd name="T27" fmla="*/ 43 h 61"/>
              <a:gd name="T28" fmla="*/ 27 w 49"/>
              <a:gd name="T29" fmla="*/ 38 h 61"/>
              <a:gd name="T30" fmla="*/ 22 w 49"/>
              <a:gd name="T31" fmla="*/ 38 h 61"/>
              <a:gd name="T32" fmla="*/ 22 w 49"/>
              <a:gd name="T33" fmla="*/ 43 h 61"/>
              <a:gd name="T34" fmla="*/ 26 w 49"/>
              <a:gd name="T35" fmla="*/ 47 h 61"/>
              <a:gd name="T36" fmla="*/ 26 w 49"/>
              <a:gd name="T37" fmla="*/ 50 h 61"/>
              <a:gd name="T38" fmla="*/ 23 w 49"/>
              <a:gd name="T39" fmla="*/ 50 h 61"/>
              <a:gd name="T40" fmla="*/ 20 w 49"/>
              <a:gd name="T41" fmla="*/ 45 h 61"/>
              <a:gd name="T42" fmla="*/ 20 w 49"/>
              <a:gd name="T43" fmla="*/ 36 h 61"/>
              <a:gd name="T44" fmla="*/ 29 w 49"/>
              <a:gd name="T45" fmla="*/ 36 h 61"/>
              <a:gd name="T46" fmla="*/ 29 w 49"/>
              <a:gd name="T47" fmla="*/ 45 h 61"/>
              <a:gd name="T48" fmla="*/ 13 w 49"/>
              <a:gd name="T49" fmla="*/ 24 h 61"/>
              <a:gd name="T50" fmla="*/ 37 w 49"/>
              <a:gd name="T51" fmla="*/ 24 h 61"/>
              <a:gd name="T52" fmla="*/ 33 w 49"/>
              <a:gd name="T53" fmla="*/ 9 h 61"/>
              <a:gd name="T54" fmla="*/ 17 w 49"/>
              <a:gd name="T55" fmla="*/ 8 h 61"/>
              <a:gd name="T56" fmla="*/ 13 w 49"/>
              <a:gd name="T57" fmla="*/ 17 h 61"/>
              <a:gd name="T58" fmla="*/ 43 w 49"/>
              <a:gd name="T59" fmla="*/ 29 h 61"/>
              <a:gd name="T60" fmla="*/ 39 w 49"/>
              <a:gd name="T61" fmla="*/ 29 h 61"/>
              <a:gd name="T62" fmla="*/ 39 w 49"/>
              <a:gd name="T63" fmla="*/ 29 h 61"/>
              <a:gd name="T64" fmla="*/ 10 w 49"/>
              <a:gd name="T65" fmla="*/ 29 h 61"/>
              <a:gd name="T66" fmla="*/ 7 w 49"/>
              <a:gd name="T67" fmla="*/ 29 h 61"/>
              <a:gd name="T68" fmla="*/ 6 w 49"/>
              <a:gd name="T69" fmla="*/ 30 h 61"/>
              <a:gd name="T70" fmla="*/ 6 w 49"/>
              <a:gd name="T71" fmla="*/ 55 h 61"/>
              <a:gd name="T72" fmla="*/ 7 w 49"/>
              <a:gd name="T73" fmla="*/ 56 h 61"/>
              <a:gd name="T74" fmla="*/ 43 w 49"/>
              <a:gd name="T75" fmla="*/ 56 h 61"/>
              <a:gd name="T76" fmla="*/ 44 w 49"/>
              <a:gd name="T77" fmla="*/ 55 h 61"/>
              <a:gd name="T78" fmla="*/ 43 w 49"/>
              <a:gd name="T79" fmla="*/ 30 h 61"/>
              <a:gd name="T80" fmla="*/ 47 w 49"/>
              <a:gd name="T81" fmla="*/ 60 h 61"/>
              <a:gd name="T82" fmla="*/ 43 w 49"/>
              <a:gd name="T83" fmla="*/ 59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9" h="61">
                <a:moveTo>
                  <a:pt x="7" y="24"/>
                </a:moveTo>
                <a:cubicBezTo>
                  <a:pt x="7" y="24"/>
                  <a:pt x="7" y="24"/>
                  <a:pt x="7" y="24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2"/>
                  <a:pt x="9" y="8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6" y="2"/>
                  <a:pt x="20" y="0"/>
                  <a:pt x="25" y="0"/>
                </a:cubicBezTo>
                <a:cubicBezTo>
                  <a:pt x="30" y="0"/>
                  <a:pt x="34" y="2"/>
                  <a:pt x="37" y="5"/>
                </a:cubicBezTo>
                <a:cubicBezTo>
                  <a:pt x="40" y="8"/>
                  <a:pt x="42" y="12"/>
                  <a:pt x="42" y="17"/>
                </a:cubicBezTo>
                <a:cubicBezTo>
                  <a:pt x="42" y="24"/>
                  <a:pt x="42" y="24"/>
                  <a:pt x="42" y="24"/>
                </a:cubicBezTo>
                <a:cubicBezTo>
                  <a:pt x="43" y="24"/>
                  <a:pt x="43" y="24"/>
                  <a:pt x="43" y="24"/>
                </a:cubicBezTo>
                <a:cubicBezTo>
                  <a:pt x="44" y="24"/>
                  <a:pt x="46" y="25"/>
                  <a:pt x="47" y="26"/>
                </a:cubicBezTo>
                <a:cubicBezTo>
                  <a:pt x="48" y="27"/>
                  <a:pt x="49" y="29"/>
                  <a:pt x="49" y="31"/>
                </a:cubicBezTo>
                <a:cubicBezTo>
                  <a:pt x="49" y="55"/>
                  <a:pt x="49" y="55"/>
                  <a:pt x="49" y="55"/>
                </a:cubicBezTo>
                <a:cubicBezTo>
                  <a:pt x="49" y="57"/>
                  <a:pt x="48" y="58"/>
                  <a:pt x="47" y="59"/>
                </a:cubicBezTo>
                <a:cubicBezTo>
                  <a:pt x="47" y="60"/>
                  <a:pt x="47" y="60"/>
                  <a:pt x="47" y="60"/>
                </a:cubicBezTo>
                <a:cubicBezTo>
                  <a:pt x="46" y="61"/>
                  <a:pt x="44" y="61"/>
                  <a:pt x="43" y="61"/>
                </a:cubicBezTo>
                <a:cubicBezTo>
                  <a:pt x="7" y="61"/>
                  <a:pt x="7" y="61"/>
                  <a:pt x="7" y="61"/>
                </a:cubicBezTo>
                <a:cubicBezTo>
                  <a:pt x="5" y="61"/>
                  <a:pt x="4" y="61"/>
                  <a:pt x="2" y="59"/>
                </a:cubicBezTo>
                <a:cubicBezTo>
                  <a:pt x="1" y="58"/>
                  <a:pt x="0" y="57"/>
                  <a:pt x="0" y="55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1" y="27"/>
                  <a:pt x="2" y="26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5"/>
                  <a:pt x="5" y="24"/>
                  <a:pt x="7" y="24"/>
                </a:cubicBezTo>
                <a:close/>
                <a:moveTo>
                  <a:pt x="25" y="44"/>
                </a:moveTo>
                <a:cubicBezTo>
                  <a:pt x="25" y="44"/>
                  <a:pt x="25" y="44"/>
                  <a:pt x="25" y="44"/>
                </a:cubicBezTo>
                <a:cubicBezTo>
                  <a:pt x="25" y="44"/>
                  <a:pt x="25" y="44"/>
                  <a:pt x="25" y="44"/>
                </a:cubicBezTo>
                <a:cubicBezTo>
                  <a:pt x="25" y="44"/>
                  <a:pt x="25" y="44"/>
                  <a:pt x="25" y="44"/>
                </a:cubicBezTo>
                <a:cubicBezTo>
                  <a:pt x="26" y="44"/>
                  <a:pt x="27" y="43"/>
                  <a:pt x="27" y="43"/>
                </a:cubicBezTo>
                <a:cubicBezTo>
                  <a:pt x="28" y="42"/>
                  <a:pt x="28" y="41"/>
                  <a:pt x="28" y="40"/>
                </a:cubicBezTo>
                <a:cubicBezTo>
                  <a:pt x="28" y="39"/>
                  <a:pt x="28" y="39"/>
                  <a:pt x="27" y="38"/>
                </a:cubicBezTo>
                <a:cubicBezTo>
                  <a:pt x="27" y="37"/>
                  <a:pt x="26" y="37"/>
                  <a:pt x="25" y="37"/>
                </a:cubicBezTo>
                <a:cubicBezTo>
                  <a:pt x="24" y="37"/>
                  <a:pt x="23" y="37"/>
                  <a:pt x="22" y="38"/>
                </a:cubicBezTo>
                <a:cubicBezTo>
                  <a:pt x="22" y="39"/>
                  <a:pt x="21" y="39"/>
                  <a:pt x="21" y="40"/>
                </a:cubicBezTo>
                <a:cubicBezTo>
                  <a:pt x="21" y="41"/>
                  <a:pt x="22" y="42"/>
                  <a:pt x="22" y="43"/>
                </a:cubicBezTo>
                <a:cubicBezTo>
                  <a:pt x="23" y="43"/>
                  <a:pt x="24" y="44"/>
                  <a:pt x="25" y="44"/>
                </a:cubicBezTo>
                <a:close/>
                <a:moveTo>
                  <a:pt x="26" y="47"/>
                </a:moveTo>
                <a:cubicBezTo>
                  <a:pt x="26" y="47"/>
                  <a:pt x="26" y="47"/>
                  <a:pt x="26" y="47"/>
                </a:cubicBezTo>
                <a:cubicBezTo>
                  <a:pt x="26" y="50"/>
                  <a:pt x="26" y="50"/>
                  <a:pt x="26" y="50"/>
                </a:cubicBezTo>
                <a:cubicBezTo>
                  <a:pt x="26" y="51"/>
                  <a:pt x="26" y="52"/>
                  <a:pt x="25" y="52"/>
                </a:cubicBezTo>
                <a:cubicBezTo>
                  <a:pt x="24" y="52"/>
                  <a:pt x="23" y="51"/>
                  <a:pt x="23" y="50"/>
                </a:cubicBezTo>
                <a:cubicBezTo>
                  <a:pt x="23" y="47"/>
                  <a:pt x="23" y="47"/>
                  <a:pt x="23" y="47"/>
                </a:cubicBezTo>
                <a:cubicBezTo>
                  <a:pt x="22" y="46"/>
                  <a:pt x="21" y="46"/>
                  <a:pt x="20" y="45"/>
                </a:cubicBezTo>
                <a:cubicBezTo>
                  <a:pt x="19" y="44"/>
                  <a:pt x="18" y="42"/>
                  <a:pt x="18" y="40"/>
                </a:cubicBezTo>
                <a:cubicBezTo>
                  <a:pt x="18" y="38"/>
                  <a:pt x="19" y="37"/>
                  <a:pt x="20" y="36"/>
                </a:cubicBezTo>
                <a:cubicBezTo>
                  <a:pt x="21" y="34"/>
                  <a:pt x="23" y="34"/>
                  <a:pt x="25" y="34"/>
                </a:cubicBezTo>
                <a:cubicBezTo>
                  <a:pt x="27" y="34"/>
                  <a:pt x="28" y="34"/>
                  <a:pt x="29" y="36"/>
                </a:cubicBezTo>
                <a:cubicBezTo>
                  <a:pt x="31" y="37"/>
                  <a:pt x="31" y="38"/>
                  <a:pt x="31" y="40"/>
                </a:cubicBezTo>
                <a:cubicBezTo>
                  <a:pt x="31" y="42"/>
                  <a:pt x="31" y="44"/>
                  <a:pt x="29" y="45"/>
                </a:cubicBezTo>
                <a:cubicBezTo>
                  <a:pt x="29" y="46"/>
                  <a:pt x="28" y="46"/>
                  <a:pt x="26" y="47"/>
                </a:cubicBezTo>
                <a:close/>
                <a:moveTo>
                  <a:pt x="13" y="24"/>
                </a:moveTo>
                <a:cubicBezTo>
                  <a:pt x="13" y="24"/>
                  <a:pt x="13" y="24"/>
                  <a:pt x="13" y="24"/>
                </a:cubicBezTo>
                <a:cubicBezTo>
                  <a:pt x="37" y="24"/>
                  <a:pt x="37" y="24"/>
                  <a:pt x="37" y="24"/>
                </a:cubicBezTo>
                <a:cubicBezTo>
                  <a:pt x="37" y="17"/>
                  <a:pt x="37" y="17"/>
                  <a:pt x="37" y="17"/>
                </a:cubicBezTo>
                <a:cubicBezTo>
                  <a:pt x="37" y="14"/>
                  <a:pt x="35" y="11"/>
                  <a:pt x="33" y="9"/>
                </a:cubicBezTo>
                <a:cubicBezTo>
                  <a:pt x="31" y="6"/>
                  <a:pt x="28" y="5"/>
                  <a:pt x="25" y="5"/>
                </a:cubicBezTo>
                <a:cubicBezTo>
                  <a:pt x="22" y="5"/>
                  <a:pt x="19" y="6"/>
                  <a:pt x="17" y="8"/>
                </a:cubicBezTo>
                <a:cubicBezTo>
                  <a:pt x="16" y="9"/>
                  <a:pt x="16" y="9"/>
                  <a:pt x="16" y="9"/>
                </a:cubicBezTo>
                <a:cubicBezTo>
                  <a:pt x="14" y="11"/>
                  <a:pt x="13" y="14"/>
                  <a:pt x="13" y="17"/>
                </a:cubicBezTo>
                <a:cubicBezTo>
                  <a:pt x="13" y="24"/>
                  <a:pt x="13" y="24"/>
                  <a:pt x="13" y="24"/>
                </a:cubicBezTo>
                <a:close/>
                <a:moveTo>
                  <a:pt x="43" y="29"/>
                </a:moveTo>
                <a:cubicBezTo>
                  <a:pt x="43" y="29"/>
                  <a:pt x="43" y="29"/>
                  <a:pt x="43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9"/>
                  <a:pt x="6" y="30"/>
                  <a:pt x="6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6" y="30"/>
                  <a:pt x="6" y="31"/>
                </a:cubicBezTo>
                <a:cubicBezTo>
                  <a:pt x="6" y="55"/>
                  <a:pt x="6" y="55"/>
                  <a:pt x="6" y="55"/>
                </a:cubicBezTo>
                <a:cubicBezTo>
                  <a:pt x="6" y="55"/>
                  <a:pt x="6" y="55"/>
                  <a:pt x="6" y="55"/>
                </a:cubicBezTo>
                <a:cubicBezTo>
                  <a:pt x="6" y="56"/>
                  <a:pt x="7" y="56"/>
                  <a:pt x="7" y="56"/>
                </a:cubicBezTo>
                <a:cubicBezTo>
                  <a:pt x="43" y="56"/>
                  <a:pt x="43" y="56"/>
                  <a:pt x="43" y="56"/>
                </a:cubicBezTo>
                <a:cubicBezTo>
                  <a:pt x="43" y="56"/>
                  <a:pt x="43" y="56"/>
                  <a:pt x="43" y="56"/>
                </a:cubicBezTo>
                <a:cubicBezTo>
                  <a:pt x="43" y="55"/>
                  <a:pt x="43" y="55"/>
                  <a:pt x="43" y="55"/>
                </a:cubicBezTo>
                <a:cubicBezTo>
                  <a:pt x="44" y="55"/>
                  <a:pt x="44" y="55"/>
                  <a:pt x="44" y="55"/>
                </a:cubicBezTo>
                <a:cubicBezTo>
                  <a:pt x="44" y="31"/>
                  <a:pt x="44" y="31"/>
                  <a:pt x="44" y="31"/>
                </a:cubicBezTo>
                <a:cubicBezTo>
                  <a:pt x="44" y="30"/>
                  <a:pt x="44" y="30"/>
                  <a:pt x="43" y="30"/>
                </a:cubicBezTo>
                <a:cubicBezTo>
                  <a:pt x="43" y="30"/>
                  <a:pt x="43" y="29"/>
                  <a:pt x="43" y="29"/>
                </a:cubicBezTo>
                <a:close/>
                <a:moveTo>
                  <a:pt x="47" y="60"/>
                </a:moveTo>
                <a:cubicBezTo>
                  <a:pt x="47" y="60"/>
                  <a:pt x="47" y="60"/>
                  <a:pt x="47" y="60"/>
                </a:cubicBezTo>
                <a:cubicBezTo>
                  <a:pt x="46" y="60"/>
                  <a:pt x="44" y="60"/>
                  <a:pt x="43" y="59"/>
                </a:cubicBezTo>
                <a:cubicBezTo>
                  <a:pt x="47" y="60"/>
                  <a:pt x="47" y="60"/>
                  <a:pt x="47" y="6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3185">
        <p14:gallery dir="l"/>
      </p:transition>
    </mc:Choice>
    <mc:Fallback>
      <p:transition spd="slow" advTm="1318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 bldLvl="0" animBg="1"/>
      <p:bldP spid="19" grpId="0" bldLvl="0" animBg="1"/>
      <p:bldP spid="7" grpId="0"/>
      <p:bldP spid="7" grpId="1"/>
      <p:bldP spid="21" grpId="0" bldLvl="0" animBg="1"/>
      <p:bldP spid="22" grpId="0"/>
      <p:bldP spid="23" grpId="0"/>
      <p:bldP spid="24" grpId="0" bldLvl="0" animBg="1"/>
      <p:bldP spid="25" grpId="0"/>
      <p:bldP spid="26" grpId="0"/>
      <p:bldP spid="27" grpId="0" bldLvl="0" animBg="1"/>
      <p:bldP spid="28" grpId="0"/>
      <p:bldP spid="29" grpId="0"/>
      <p:bldP spid="31" grpId="0" bldLvl="0" animBg="1"/>
      <p:bldP spid="52" grpId="0" bldLvl="0" animBg="1"/>
      <p:bldP spid="111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泪滴形 25"/>
          <p:cNvSpPr/>
          <p:nvPr/>
        </p:nvSpPr>
        <p:spPr>
          <a:xfrm rot="8100000">
            <a:off x="5302250" y="1348740"/>
            <a:ext cx="914400" cy="914400"/>
          </a:xfrm>
          <a:prstGeom prst="teardrop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"/>
          <p:cNvSpPr txBox="1"/>
          <p:nvPr/>
        </p:nvSpPr>
        <p:spPr>
          <a:xfrm>
            <a:off x="4083283" y="2452601"/>
            <a:ext cx="3352800" cy="1060450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/>
            <a:r>
              <a:rPr lang="zh-CN" altLang="zh-CN" sz="6600" dirty="0">
                <a:solidFill>
                  <a:srgbClr val="E4AE57"/>
                </a:solidFill>
                <a:latin typeface="微软雅黑" panose="020B0503020204020204" pitchFamily="18" charset="-122"/>
                <a:ea typeface="微软雅黑" panose="020B0503020204020204" pitchFamily="18" charset="-122"/>
                <a:cs typeface="微软雅黑" panose="020B0503020204020204" pitchFamily="18" charset="-122"/>
              </a:rPr>
              <a:t>大会详解</a:t>
            </a:r>
            <a:endParaRPr lang="zh-CN" altLang="zh-CN" sz="6600" dirty="0">
              <a:solidFill>
                <a:srgbClr val="E4AE57"/>
              </a:solidFill>
              <a:latin typeface="微软雅黑" panose="020B0503020204020204" pitchFamily="18" charset="-122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18" name="TextBox 1"/>
          <p:cNvSpPr txBox="1"/>
          <p:nvPr/>
        </p:nvSpPr>
        <p:spPr>
          <a:xfrm>
            <a:off x="5503471" y="1507720"/>
            <a:ext cx="514350" cy="661035"/>
          </a:xfrm>
          <a:prstGeom prst="rect">
            <a:avLst/>
          </a:prstGeom>
          <a:noFill/>
        </p:spPr>
        <p:txBody>
          <a:bodyPr wrap="none" lIns="0" tIns="0" rIns="0" bIns="45714" rtlCol="0">
            <a:spAutoFit/>
          </a:bodyPr>
          <a:lstStyle/>
          <a:p>
            <a:pPr algn="ctr" defTabSz="0"/>
            <a:r>
              <a:rPr lang="en-US" altLang="zh-CN" sz="4000" b="1" dirty="0"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04</a:t>
            </a:r>
            <a:endParaRPr lang="en-US" altLang="zh-CN" sz="4000" b="1" dirty="0">
              <a:latin typeface="+mj-lt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704352" y="3969120"/>
            <a:ext cx="2024380" cy="275591"/>
            <a:chOff x="4679" y="7142"/>
            <a:chExt cx="3188" cy="434"/>
          </a:xfrm>
        </p:grpSpPr>
        <p:sp>
          <p:nvSpPr>
            <p:cNvPr id="30" name="矩形 29"/>
            <p:cNvSpPr/>
            <p:nvPr/>
          </p:nvSpPr>
          <p:spPr>
            <a:xfrm>
              <a:off x="4679" y="7142"/>
              <a:ext cx="1553" cy="414"/>
            </a:xfrm>
            <a:prstGeom prst="rect">
              <a:avLst/>
            </a:prstGeom>
            <a:noFill/>
            <a:ln w="3175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831" y="714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院班联动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6314" y="7142"/>
              <a:ext cx="1553" cy="414"/>
            </a:xfrm>
            <a:prstGeom prst="rect">
              <a:avLst/>
            </a:prstGeom>
            <a:noFill/>
            <a:ln w="3175">
              <a:solidFill>
                <a:srgbClr val="DAB96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466" y="7142"/>
              <a:ext cx="124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pitchFamily="18" charset="-122"/>
                  <a:ea typeface="微软雅黑" panose="020B0503020204020204" pitchFamily="18" charset="-122"/>
                </a:rPr>
                <a:t>权益至上</a:t>
              </a:r>
              <a:endParaRPr lang="zh-CN" altLang="en-US" sz="1200">
                <a:solidFill>
                  <a:schemeClr val="bg1"/>
                </a:solidFill>
                <a:latin typeface="微软雅黑" panose="020B0503020204020204" pitchFamily="18" charset="-122"/>
                <a:ea typeface="微软雅黑" panose="020B0503020204020204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4352">
        <p14:switch dir="r"/>
      </p:transition>
    </mc:Choice>
    <mc:Fallback>
      <p:transition spd="slow" advTm="435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77" name="Freeform 8"/>
          <p:cNvSpPr/>
          <p:nvPr/>
        </p:nvSpPr>
        <p:spPr>
          <a:xfrm>
            <a:off x="1595755" y="2531745"/>
            <a:ext cx="4897120" cy="843280"/>
          </a:xfrm>
          <a:custGeom>
            <a:avLst/>
            <a:gdLst>
              <a:gd name="connsiteX0" fmla="*/ 7712 w 7712"/>
              <a:gd name="connsiteY0" fmla="*/ 659 h 1328"/>
              <a:gd name="connsiteX1" fmla="*/ 7116 w 7712"/>
              <a:gd name="connsiteY1" fmla="*/ 0 h 1328"/>
              <a:gd name="connsiteX2" fmla="*/ 0 w 7712"/>
              <a:gd name="connsiteY2" fmla="*/ 0 h 1328"/>
              <a:gd name="connsiteX3" fmla="*/ 0 w 7712"/>
              <a:gd name="connsiteY3" fmla="*/ 1328 h 1328"/>
              <a:gd name="connsiteX4" fmla="*/ 7116 w 7712"/>
              <a:gd name="connsiteY4" fmla="*/ 1328 h 1328"/>
              <a:gd name="connsiteX5" fmla="*/ 7712 w 7712"/>
              <a:gd name="connsiteY5" fmla="*/ 659 h 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0" t="0" r="0" b="0"/>
            <a:pathLst>
              <a:path w="7712" h="1328">
                <a:moveTo>
                  <a:pt x="7712" y="659"/>
                </a:moveTo>
                <a:lnTo>
                  <a:pt x="7116" y="0"/>
                </a:lnTo>
                <a:lnTo>
                  <a:pt x="0" y="0"/>
                </a:lnTo>
                <a:lnTo>
                  <a:pt x="0" y="1328"/>
                </a:lnTo>
                <a:lnTo>
                  <a:pt x="7116" y="1328"/>
                </a:lnTo>
                <a:lnTo>
                  <a:pt x="7712" y="659"/>
                </a:lnTo>
                <a:close/>
              </a:path>
            </a:pathLst>
          </a:custGeom>
          <a:solidFill>
            <a:srgbClr val="DAB96E"/>
          </a:solidFill>
          <a:ln w="9525">
            <a:noFill/>
          </a:ln>
        </p:spPr>
        <p:txBody>
          <a:bodyPr lIns="91429" tIns="45714" rIns="91429" bIns="45714"/>
          <a:lstStyle/>
          <a:p>
            <a:endParaRPr lang="zh-CN" altLang="en-US"/>
          </a:p>
        </p:txBody>
      </p:sp>
      <p:sp>
        <p:nvSpPr>
          <p:cNvPr id="78478" name="Freeform 12"/>
          <p:cNvSpPr/>
          <p:nvPr/>
        </p:nvSpPr>
        <p:spPr>
          <a:xfrm>
            <a:off x="-364489" y="1691641"/>
            <a:ext cx="1960245" cy="1683385"/>
          </a:xfrm>
          <a:custGeom>
            <a:avLst/>
            <a:gdLst/>
            <a:ahLst/>
            <a:cxnLst>
              <a:cxn ang="0">
                <a:pos x="1144538" y="703263"/>
              </a:cxn>
              <a:cxn ang="0">
                <a:pos x="0" y="0"/>
              </a:cxn>
              <a:cxn ang="0">
                <a:pos x="0" y="1054100"/>
              </a:cxn>
              <a:cxn ang="0">
                <a:pos x="1144538" y="1409700"/>
              </a:cxn>
              <a:cxn ang="0">
                <a:pos x="1144538" y="703263"/>
              </a:cxn>
            </a:cxnLst>
            <a:rect l="0" t="0" r="0" b="0"/>
            <a:pathLst>
              <a:path w="1331" h="888">
                <a:moveTo>
                  <a:pt x="1331" y="443"/>
                </a:moveTo>
                <a:lnTo>
                  <a:pt x="0" y="0"/>
                </a:lnTo>
                <a:lnTo>
                  <a:pt x="0" y="664"/>
                </a:lnTo>
                <a:lnTo>
                  <a:pt x="1331" y="888"/>
                </a:lnTo>
                <a:lnTo>
                  <a:pt x="1331" y="443"/>
                </a:lnTo>
                <a:close/>
              </a:path>
            </a:pathLst>
          </a:custGeom>
          <a:solidFill>
            <a:srgbClr val="DAB96E">
              <a:alpha val="90000"/>
            </a:srgbClr>
          </a:solidFill>
          <a:ln w="9525">
            <a:noFill/>
          </a:ln>
        </p:spPr>
        <p:txBody>
          <a:bodyPr lIns="91429" tIns="45714" rIns="91429" bIns="45714"/>
          <a:lstStyle/>
          <a:p>
            <a:endParaRPr lang="zh-CN" altLang="en-US"/>
          </a:p>
        </p:txBody>
      </p:sp>
      <p:sp>
        <p:nvSpPr>
          <p:cNvPr id="78480" name="TextBox 1074"/>
          <p:cNvSpPr txBox="1"/>
          <p:nvPr/>
        </p:nvSpPr>
        <p:spPr>
          <a:xfrm>
            <a:off x="1955165" y="2733040"/>
            <a:ext cx="389699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lIns="91429" tIns="45714" rIns="91429" bIns="45714">
            <a:spAutoFit/>
          </a:bodyPr>
          <a:lstStyle/>
          <a:p>
            <a:pPr defTabSz="0"/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院班联动会议</a:t>
            </a:r>
            <a:endParaRPr lang="zh-CN" altLang="en-US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  <p:sp>
        <p:nvSpPr>
          <p:cNvPr id="78473" name="Freeform 7"/>
          <p:cNvSpPr/>
          <p:nvPr/>
        </p:nvSpPr>
        <p:spPr>
          <a:xfrm>
            <a:off x="1597025" y="3375026"/>
            <a:ext cx="6200140" cy="839470"/>
          </a:xfrm>
          <a:custGeom>
            <a:avLst/>
            <a:gdLst>
              <a:gd name="connsiteX0" fmla="*/ 9346 w 9346"/>
              <a:gd name="connsiteY0" fmla="*/ 681 h 1322"/>
              <a:gd name="connsiteX1" fmla="*/ 8631 w 9346"/>
              <a:gd name="connsiteY1" fmla="*/ 0 h 1322"/>
              <a:gd name="connsiteX2" fmla="*/ 8086 w 9346"/>
              <a:gd name="connsiteY2" fmla="*/ 0 h 1322"/>
              <a:gd name="connsiteX3" fmla="*/ 0 w 9346"/>
              <a:gd name="connsiteY3" fmla="*/ 0 h 1322"/>
              <a:gd name="connsiteX4" fmla="*/ 0 w 9346"/>
              <a:gd name="connsiteY4" fmla="*/ 1322 h 1322"/>
              <a:gd name="connsiteX5" fmla="*/ 7415 w 9346"/>
              <a:gd name="connsiteY5" fmla="*/ 1322 h 1322"/>
              <a:gd name="connsiteX6" fmla="*/ 8631 w 9346"/>
              <a:gd name="connsiteY6" fmla="*/ 1322 h 1322"/>
              <a:gd name="connsiteX7" fmla="*/ 9346 w 9346"/>
              <a:gd name="connsiteY7" fmla="*/ 681 h 1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0" t="0" r="0" b="0"/>
            <a:pathLst>
              <a:path w="9346" h="1322">
                <a:moveTo>
                  <a:pt x="9346" y="681"/>
                </a:moveTo>
                <a:lnTo>
                  <a:pt x="8631" y="0"/>
                </a:lnTo>
                <a:lnTo>
                  <a:pt x="8086" y="0"/>
                </a:lnTo>
                <a:lnTo>
                  <a:pt x="0" y="0"/>
                </a:lnTo>
                <a:lnTo>
                  <a:pt x="0" y="1322"/>
                </a:lnTo>
                <a:lnTo>
                  <a:pt x="7415" y="1322"/>
                </a:lnTo>
                <a:lnTo>
                  <a:pt x="8631" y="1322"/>
                </a:lnTo>
                <a:lnTo>
                  <a:pt x="9346" y="681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lIns="91429" tIns="45714" rIns="91429" bIns="45714"/>
          <a:lstStyle/>
          <a:p>
            <a:endParaRPr lang="zh-CN" altLang="en-US"/>
          </a:p>
        </p:txBody>
      </p:sp>
      <p:sp>
        <p:nvSpPr>
          <p:cNvPr id="78474" name="Freeform 11"/>
          <p:cNvSpPr/>
          <p:nvPr/>
        </p:nvSpPr>
        <p:spPr>
          <a:xfrm>
            <a:off x="-364489" y="2950846"/>
            <a:ext cx="1961515" cy="126428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058863"/>
              </a:cxn>
              <a:cxn ang="0">
                <a:pos x="1144538" y="1058863"/>
              </a:cxn>
              <a:cxn ang="0">
                <a:pos x="1144538" y="355600"/>
              </a:cxn>
              <a:cxn ang="0">
                <a:pos x="0" y="0"/>
              </a:cxn>
            </a:cxnLst>
            <a:rect l="0" t="0" r="0" b="0"/>
            <a:pathLst>
              <a:path w="1331" h="667">
                <a:moveTo>
                  <a:pt x="0" y="0"/>
                </a:moveTo>
                <a:lnTo>
                  <a:pt x="0" y="667"/>
                </a:lnTo>
                <a:lnTo>
                  <a:pt x="1331" y="667"/>
                </a:lnTo>
                <a:lnTo>
                  <a:pt x="1331" y="22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9525">
            <a:noFill/>
          </a:ln>
        </p:spPr>
        <p:txBody>
          <a:bodyPr lIns="91429" tIns="45714" rIns="91429" bIns="45714"/>
          <a:lstStyle/>
          <a:p>
            <a:endParaRPr lang="zh-CN" altLang="en-US"/>
          </a:p>
        </p:txBody>
      </p:sp>
      <p:sp>
        <p:nvSpPr>
          <p:cNvPr id="68" name="椭圆 67"/>
          <p:cNvSpPr>
            <a:spLocks noChangeAspect="1"/>
          </p:cNvSpPr>
          <p:nvPr/>
        </p:nvSpPr>
        <p:spPr>
          <a:xfrm>
            <a:off x="6654619" y="3506197"/>
            <a:ext cx="576000" cy="576000"/>
          </a:xfrm>
          <a:prstGeom prst="ellipse">
            <a:avLst/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70" name="Freeform 8"/>
          <p:cNvSpPr>
            <a:spLocks noChangeAspect="1" noEditPoints="1"/>
          </p:cNvSpPr>
          <p:nvPr/>
        </p:nvSpPr>
        <p:spPr bwMode="auto">
          <a:xfrm>
            <a:off x="5701198" y="2834588"/>
            <a:ext cx="360000" cy="371920"/>
          </a:xfrm>
          <a:custGeom>
            <a:avLst/>
            <a:gdLst>
              <a:gd name="T0" fmla="*/ 34 w 64"/>
              <a:gd name="T1" fmla="*/ 33 h 65"/>
              <a:gd name="T2" fmla="*/ 32 w 64"/>
              <a:gd name="T3" fmla="*/ 12 h 65"/>
              <a:gd name="T4" fmla="*/ 29 w 64"/>
              <a:gd name="T5" fmla="*/ 35 h 65"/>
              <a:gd name="T6" fmla="*/ 45 w 64"/>
              <a:gd name="T7" fmla="*/ 37 h 65"/>
              <a:gd name="T8" fmla="*/ 45 w 64"/>
              <a:gd name="T9" fmla="*/ 33 h 65"/>
              <a:gd name="T10" fmla="*/ 53 w 64"/>
              <a:gd name="T11" fmla="*/ 14 h 65"/>
              <a:gd name="T12" fmla="*/ 11 w 64"/>
              <a:gd name="T13" fmla="*/ 14 h 65"/>
              <a:gd name="T14" fmla="*/ 2 w 64"/>
              <a:gd name="T15" fmla="*/ 35 h 65"/>
              <a:gd name="T16" fmla="*/ 11 w 64"/>
              <a:gd name="T17" fmla="*/ 56 h 65"/>
              <a:gd name="T18" fmla="*/ 53 w 64"/>
              <a:gd name="T19" fmla="*/ 56 h 65"/>
              <a:gd name="T20" fmla="*/ 53 w 64"/>
              <a:gd name="T21" fmla="*/ 56 h 65"/>
              <a:gd name="T22" fmla="*/ 53 w 64"/>
              <a:gd name="T23" fmla="*/ 14 h 65"/>
              <a:gd name="T24" fmla="*/ 50 w 64"/>
              <a:gd name="T25" fmla="*/ 53 h 65"/>
              <a:gd name="T26" fmla="*/ 32 w 64"/>
              <a:gd name="T27" fmla="*/ 60 h 65"/>
              <a:gd name="T28" fmla="*/ 14 w 64"/>
              <a:gd name="T29" fmla="*/ 53 h 65"/>
              <a:gd name="T30" fmla="*/ 14 w 64"/>
              <a:gd name="T31" fmla="*/ 17 h 65"/>
              <a:gd name="T32" fmla="*/ 32 w 64"/>
              <a:gd name="T33" fmla="*/ 10 h 65"/>
              <a:gd name="T34" fmla="*/ 50 w 64"/>
              <a:gd name="T35" fmla="*/ 17 h 65"/>
              <a:gd name="T36" fmla="*/ 50 w 64"/>
              <a:gd name="T37" fmla="*/ 53 h 65"/>
              <a:gd name="T38" fmla="*/ 63 w 64"/>
              <a:gd name="T39" fmla="*/ 14 h 65"/>
              <a:gd name="T40" fmla="*/ 58 w 64"/>
              <a:gd name="T41" fmla="*/ 8 h 65"/>
              <a:gd name="T42" fmla="*/ 56 w 64"/>
              <a:gd name="T43" fmla="*/ 6 h 65"/>
              <a:gd name="T44" fmla="*/ 50 w 64"/>
              <a:gd name="T45" fmla="*/ 2 h 65"/>
              <a:gd name="T46" fmla="*/ 43 w 64"/>
              <a:gd name="T47" fmla="*/ 1 h 65"/>
              <a:gd name="T48" fmla="*/ 48 w 64"/>
              <a:gd name="T49" fmla="*/ 6 h 65"/>
              <a:gd name="T50" fmla="*/ 53 w 64"/>
              <a:gd name="T51" fmla="*/ 9 h 65"/>
              <a:gd name="T52" fmla="*/ 55 w 64"/>
              <a:gd name="T53" fmla="*/ 12 h 65"/>
              <a:gd name="T54" fmla="*/ 59 w 64"/>
              <a:gd name="T55" fmla="*/ 16 h 65"/>
              <a:gd name="T56" fmla="*/ 63 w 64"/>
              <a:gd name="T57" fmla="*/ 14 h 65"/>
              <a:gd name="T58" fmla="*/ 4 w 64"/>
              <a:gd name="T59" fmla="*/ 17 h 65"/>
              <a:gd name="T60" fmla="*/ 8 w 64"/>
              <a:gd name="T61" fmla="*/ 12 h 65"/>
              <a:gd name="T62" fmla="*/ 13 w 64"/>
              <a:gd name="T63" fmla="*/ 8 h 65"/>
              <a:gd name="T64" fmla="*/ 16 w 64"/>
              <a:gd name="T65" fmla="*/ 6 h 65"/>
              <a:gd name="T66" fmla="*/ 20 w 64"/>
              <a:gd name="T67" fmla="*/ 1 h 65"/>
              <a:gd name="T68" fmla="*/ 14 w 64"/>
              <a:gd name="T69" fmla="*/ 2 h 65"/>
              <a:gd name="T70" fmla="*/ 11 w 64"/>
              <a:gd name="T71" fmla="*/ 4 h 65"/>
              <a:gd name="T72" fmla="*/ 5 w 64"/>
              <a:gd name="T73" fmla="*/ 8 h 65"/>
              <a:gd name="T74" fmla="*/ 0 w 64"/>
              <a:gd name="T75" fmla="*/ 14 h 65"/>
              <a:gd name="T76" fmla="*/ 4 w 64"/>
              <a:gd name="T77" fmla="*/ 17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4" h="65">
                <a:moveTo>
                  <a:pt x="45" y="33"/>
                </a:moveTo>
                <a:cubicBezTo>
                  <a:pt x="34" y="33"/>
                  <a:pt x="34" y="33"/>
                  <a:pt x="34" y="33"/>
                </a:cubicBezTo>
                <a:cubicBezTo>
                  <a:pt x="34" y="14"/>
                  <a:pt x="34" y="14"/>
                  <a:pt x="34" y="14"/>
                </a:cubicBezTo>
                <a:cubicBezTo>
                  <a:pt x="34" y="13"/>
                  <a:pt x="33" y="12"/>
                  <a:pt x="32" y="12"/>
                </a:cubicBezTo>
                <a:cubicBezTo>
                  <a:pt x="30" y="12"/>
                  <a:pt x="29" y="13"/>
                  <a:pt x="29" y="14"/>
                </a:cubicBezTo>
                <a:cubicBezTo>
                  <a:pt x="29" y="35"/>
                  <a:pt x="29" y="35"/>
                  <a:pt x="29" y="35"/>
                </a:cubicBezTo>
                <a:cubicBezTo>
                  <a:pt x="29" y="36"/>
                  <a:pt x="30" y="37"/>
                  <a:pt x="32" y="37"/>
                </a:cubicBezTo>
                <a:cubicBezTo>
                  <a:pt x="45" y="37"/>
                  <a:pt x="45" y="37"/>
                  <a:pt x="45" y="37"/>
                </a:cubicBezTo>
                <a:cubicBezTo>
                  <a:pt x="46" y="37"/>
                  <a:pt x="47" y="36"/>
                  <a:pt x="47" y="35"/>
                </a:cubicBezTo>
                <a:cubicBezTo>
                  <a:pt x="47" y="34"/>
                  <a:pt x="46" y="33"/>
                  <a:pt x="45" y="33"/>
                </a:cubicBezTo>
                <a:close/>
                <a:moveTo>
                  <a:pt x="53" y="14"/>
                </a:moveTo>
                <a:cubicBezTo>
                  <a:pt x="53" y="14"/>
                  <a:pt x="53" y="14"/>
                  <a:pt x="53" y="14"/>
                </a:cubicBezTo>
                <a:cubicBezTo>
                  <a:pt x="48" y="8"/>
                  <a:pt x="40" y="5"/>
                  <a:pt x="32" y="5"/>
                </a:cubicBezTo>
                <a:cubicBezTo>
                  <a:pt x="23" y="5"/>
                  <a:pt x="16" y="8"/>
                  <a:pt x="11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5" y="19"/>
                  <a:pt x="2" y="27"/>
                  <a:pt x="2" y="35"/>
                </a:cubicBezTo>
                <a:cubicBezTo>
                  <a:pt x="2" y="43"/>
                  <a:pt x="5" y="51"/>
                  <a:pt x="1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16" y="62"/>
                  <a:pt x="23" y="65"/>
                  <a:pt x="32" y="65"/>
                </a:cubicBezTo>
                <a:cubicBezTo>
                  <a:pt x="40" y="65"/>
                  <a:pt x="47" y="62"/>
                  <a:pt x="53" y="56"/>
                </a:cubicBezTo>
                <a:cubicBezTo>
                  <a:pt x="53" y="56"/>
                  <a:pt x="53" y="56"/>
                  <a:pt x="53" y="56"/>
                </a:cubicBezTo>
                <a:cubicBezTo>
                  <a:pt x="53" y="56"/>
                  <a:pt x="53" y="56"/>
                  <a:pt x="53" y="56"/>
                </a:cubicBezTo>
                <a:cubicBezTo>
                  <a:pt x="58" y="51"/>
                  <a:pt x="62" y="43"/>
                  <a:pt x="62" y="35"/>
                </a:cubicBezTo>
                <a:cubicBezTo>
                  <a:pt x="62" y="27"/>
                  <a:pt x="58" y="19"/>
                  <a:pt x="53" y="14"/>
                </a:cubicBezTo>
                <a:cubicBezTo>
                  <a:pt x="53" y="14"/>
                  <a:pt x="53" y="14"/>
                  <a:pt x="53" y="14"/>
                </a:cubicBezTo>
                <a:close/>
                <a:moveTo>
                  <a:pt x="50" y="53"/>
                </a:moveTo>
                <a:cubicBezTo>
                  <a:pt x="50" y="53"/>
                  <a:pt x="50" y="53"/>
                  <a:pt x="50" y="53"/>
                </a:cubicBezTo>
                <a:cubicBezTo>
                  <a:pt x="45" y="58"/>
                  <a:pt x="39" y="60"/>
                  <a:pt x="32" y="60"/>
                </a:cubicBezTo>
                <a:cubicBezTo>
                  <a:pt x="25" y="60"/>
                  <a:pt x="18" y="58"/>
                  <a:pt x="14" y="53"/>
                </a:cubicBezTo>
                <a:cubicBezTo>
                  <a:pt x="14" y="53"/>
                  <a:pt x="14" y="53"/>
                  <a:pt x="14" y="53"/>
                </a:cubicBezTo>
                <a:cubicBezTo>
                  <a:pt x="9" y="48"/>
                  <a:pt x="6" y="42"/>
                  <a:pt x="6" y="35"/>
                </a:cubicBezTo>
                <a:cubicBezTo>
                  <a:pt x="6" y="28"/>
                  <a:pt x="9" y="22"/>
                  <a:pt x="14" y="17"/>
                </a:cubicBezTo>
                <a:cubicBezTo>
                  <a:pt x="14" y="17"/>
                  <a:pt x="14" y="17"/>
                  <a:pt x="14" y="17"/>
                </a:cubicBezTo>
                <a:cubicBezTo>
                  <a:pt x="18" y="12"/>
                  <a:pt x="25" y="10"/>
                  <a:pt x="32" y="10"/>
                </a:cubicBezTo>
                <a:cubicBezTo>
                  <a:pt x="39" y="10"/>
                  <a:pt x="45" y="12"/>
                  <a:pt x="50" y="17"/>
                </a:cubicBezTo>
                <a:cubicBezTo>
                  <a:pt x="50" y="17"/>
                  <a:pt x="50" y="17"/>
                  <a:pt x="50" y="17"/>
                </a:cubicBezTo>
                <a:cubicBezTo>
                  <a:pt x="54" y="22"/>
                  <a:pt x="57" y="28"/>
                  <a:pt x="57" y="35"/>
                </a:cubicBezTo>
                <a:cubicBezTo>
                  <a:pt x="57" y="42"/>
                  <a:pt x="54" y="48"/>
                  <a:pt x="50" y="53"/>
                </a:cubicBezTo>
                <a:close/>
                <a:moveTo>
                  <a:pt x="63" y="14"/>
                </a:moveTo>
                <a:cubicBezTo>
                  <a:pt x="63" y="14"/>
                  <a:pt x="63" y="14"/>
                  <a:pt x="63" y="14"/>
                </a:cubicBezTo>
                <a:cubicBezTo>
                  <a:pt x="62" y="13"/>
                  <a:pt x="62" y="12"/>
                  <a:pt x="61" y="11"/>
                </a:cubicBezTo>
                <a:cubicBezTo>
                  <a:pt x="60" y="10"/>
                  <a:pt x="59" y="9"/>
                  <a:pt x="58" y="8"/>
                </a:cubicBezTo>
                <a:cubicBezTo>
                  <a:pt x="58" y="7"/>
                  <a:pt x="57" y="7"/>
                  <a:pt x="56" y="6"/>
                </a:cubicBezTo>
                <a:cubicBezTo>
                  <a:pt x="56" y="6"/>
                  <a:pt x="56" y="6"/>
                  <a:pt x="56" y="6"/>
                </a:cubicBezTo>
                <a:cubicBezTo>
                  <a:pt x="55" y="5"/>
                  <a:pt x="54" y="4"/>
                  <a:pt x="53" y="4"/>
                </a:cubicBezTo>
                <a:cubicBezTo>
                  <a:pt x="52" y="3"/>
                  <a:pt x="51" y="2"/>
                  <a:pt x="50" y="2"/>
                </a:cubicBezTo>
                <a:cubicBezTo>
                  <a:pt x="49" y="1"/>
                  <a:pt x="48" y="1"/>
                  <a:pt x="46" y="0"/>
                </a:cubicBezTo>
                <a:cubicBezTo>
                  <a:pt x="45" y="0"/>
                  <a:pt x="44" y="0"/>
                  <a:pt x="43" y="1"/>
                </a:cubicBezTo>
                <a:cubicBezTo>
                  <a:pt x="43" y="3"/>
                  <a:pt x="43" y="4"/>
                  <a:pt x="45" y="5"/>
                </a:cubicBezTo>
                <a:cubicBezTo>
                  <a:pt x="46" y="5"/>
                  <a:pt x="47" y="5"/>
                  <a:pt x="48" y="6"/>
                </a:cubicBezTo>
                <a:cubicBezTo>
                  <a:pt x="48" y="6"/>
                  <a:pt x="49" y="7"/>
                  <a:pt x="50" y="8"/>
                </a:cubicBezTo>
                <a:cubicBezTo>
                  <a:pt x="51" y="8"/>
                  <a:pt x="52" y="9"/>
                  <a:pt x="53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4" y="10"/>
                  <a:pt x="54" y="11"/>
                  <a:pt x="55" y="12"/>
                </a:cubicBezTo>
                <a:cubicBezTo>
                  <a:pt x="56" y="12"/>
                  <a:pt x="57" y="13"/>
                  <a:pt x="57" y="14"/>
                </a:cubicBezTo>
                <a:cubicBezTo>
                  <a:pt x="58" y="15"/>
                  <a:pt x="59" y="16"/>
                  <a:pt x="59" y="16"/>
                </a:cubicBezTo>
                <a:cubicBezTo>
                  <a:pt x="60" y="18"/>
                  <a:pt x="61" y="18"/>
                  <a:pt x="62" y="17"/>
                </a:cubicBezTo>
                <a:cubicBezTo>
                  <a:pt x="63" y="16"/>
                  <a:pt x="64" y="15"/>
                  <a:pt x="63" y="14"/>
                </a:cubicBezTo>
                <a:close/>
                <a:moveTo>
                  <a:pt x="4" y="17"/>
                </a:moveTo>
                <a:cubicBezTo>
                  <a:pt x="4" y="17"/>
                  <a:pt x="4" y="17"/>
                  <a:pt x="4" y="17"/>
                </a:cubicBezTo>
                <a:cubicBezTo>
                  <a:pt x="5" y="16"/>
                  <a:pt x="6" y="15"/>
                  <a:pt x="6" y="14"/>
                </a:cubicBezTo>
                <a:cubicBezTo>
                  <a:pt x="7" y="13"/>
                  <a:pt x="8" y="12"/>
                  <a:pt x="8" y="12"/>
                </a:cubicBezTo>
                <a:cubicBezTo>
                  <a:pt x="9" y="11"/>
                  <a:pt x="10" y="10"/>
                  <a:pt x="11" y="9"/>
                </a:cubicBezTo>
                <a:cubicBezTo>
                  <a:pt x="11" y="9"/>
                  <a:pt x="12" y="8"/>
                  <a:pt x="13" y="8"/>
                </a:cubicBezTo>
                <a:cubicBezTo>
                  <a:pt x="14" y="7"/>
                  <a:pt x="15" y="6"/>
                  <a:pt x="16" y="6"/>
                </a:cubicBezTo>
                <a:cubicBezTo>
                  <a:pt x="16" y="6"/>
                  <a:pt x="16" y="6"/>
                  <a:pt x="16" y="6"/>
                </a:cubicBezTo>
                <a:cubicBezTo>
                  <a:pt x="17" y="5"/>
                  <a:pt x="18" y="5"/>
                  <a:pt x="19" y="5"/>
                </a:cubicBezTo>
                <a:cubicBezTo>
                  <a:pt x="20" y="4"/>
                  <a:pt x="21" y="3"/>
                  <a:pt x="20" y="1"/>
                </a:cubicBezTo>
                <a:cubicBezTo>
                  <a:pt x="20" y="0"/>
                  <a:pt x="18" y="0"/>
                  <a:pt x="17" y="0"/>
                </a:cubicBezTo>
                <a:cubicBezTo>
                  <a:pt x="16" y="1"/>
                  <a:pt x="15" y="1"/>
                  <a:pt x="14" y="2"/>
                </a:cubicBezTo>
                <a:cubicBezTo>
                  <a:pt x="14" y="2"/>
                  <a:pt x="14" y="2"/>
                  <a:pt x="14" y="2"/>
                </a:cubicBezTo>
                <a:cubicBezTo>
                  <a:pt x="13" y="2"/>
                  <a:pt x="12" y="3"/>
                  <a:pt x="11" y="4"/>
                </a:cubicBezTo>
                <a:cubicBezTo>
                  <a:pt x="10" y="4"/>
                  <a:pt x="9" y="5"/>
                  <a:pt x="8" y="6"/>
                </a:cubicBezTo>
                <a:cubicBezTo>
                  <a:pt x="7" y="7"/>
                  <a:pt x="6" y="8"/>
                  <a:pt x="5" y="8"/>
                </a:cubicBezTo>
                <a:cubicBezTo>
                  <a:pt x="4" y="9"/>
                  <a:pt x="3" y="10"/>
                  <a:pt x="3" y="11"/>
                </a:cubicBezTo>
                <a:cubicBezTo>
                  <a:pt x="2" y="12"/>
                  <a:pt x="1" y="13"/>
                  <a:pt x="0" y="14"/>
                </a:cubicBezTo>
                <a:cubicBezTo>
                  <a:pt x="0" y="15"/>
                  <a:pt x="0" y="16"/>
                  <a:pt x="1" y="17"/>
                </a:cubicBezTo>
                <a:cubicBezTo>
                  <a:pt x="2" y="18"/>
                  <a:pt x="4" y="18"/>
                  <a:pt x="4" y="1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135" name="Freeform 196"/>
          <p:cNvSpPr/>
          <p:nvPr/>
        </p:nvSpPr>
        <p:spPr bwMode="auto">
          <a:xfrm>
            <a:off x="6746456" y="3622865"/>
            <a:ext cx="392511" cy="343867"/>
          </a:xfrm>
          <a:custGeom>
            <a:avLst/>
            <a:gdLst>
              <a:gd name="T0" fmla="*/ 57 w 81"/>
              <a:gd name="T1" fmla="*/ 69 h 71"/>
              <a:gd name="T2" fmla="*/ 39 w 81"/>
              <a:gd name="T3" fmla="*/ 55 h 71"/>
              <a:gd name="T4" fmla="*/ 37 w 81"/>
              <a:gd name="T5" fmla="*/ 48 h 71"/>
              <a:gd name="T6" fmla="*/ 44 w 81"/>
              <a:gd name="T7" fmla="*/ 36 h 71"/>
              <a:gd name="T8" fmla="*/ 45 w 81"/>
              <a:gd name="T9" fmla="*/ 36 h 71"/>
              <a:gd name="T10" fmla="*/ 46 w 81"/>
              <a:gd name="T11" fmla="*/ 30 h 71"/>
              <a:gd name="T12" fmla="*/ 46 w 81"/>
              <a:gd name="T13" fmla="*/ 27 h 71"/>
              <a:gd name="T14" fmla="*/ 47 w 81"/>
              <a:gd name="T15" fmla="*/ 18 h 71"/>
              <a:gd name="T16" fmla="*/ 38 w 81"/>
              <a:gd name="T17" fmla="*/ 9 h 71"/>
              <a:gd name="T18" fmla="*/ 29 w 81"/>
              <a:gd name="T19" fmla="*/ 6 h 71"/>
              <a:gd name="T20" fmla="*/ 16 w 81"/>
              <a:gd name="T21" fmla="*/ 14 h 71"/>
              <a:gd name="T22" fmla="*/ 16 w 81"/>
              <a:gd name="T23" fmla="*/ 27 h 71"/>
              <a:gd name="T24" fmla="*/ 16 w 81"/>
              <a:gd name="T25" fmla="*/ 30 h 71"/>
              <a:gd name="T26" fmla="*/ 16 w 81"/>
              <a:gd name="T27" fmla="*/ 33 h 71"/>
              <a:gd name="T28" fmla="*/ 18 w 81"/>
              <a:gd name="T29" fmla="*/ 36 h 71"/>
              <a:gd name="T30" fmla="*/ 24 w 81"/>
              <a:gd name="T31" fmla="*/ 46 h 71"/>
              <a:gd name="T32" fmla="*/ 26 w 81"/>
              <a:gd name="T33" fmla="*/ 50 h 71"/>
              <a:gd name="T34" fmla="*/ 9 w 81"/>
              <a:gd name="T35" fmla="*/ 61 h 71"/>
              <a:gd name="T36" fmla="*/ 0 w 81"/>
              <a:gd name="T37" fmla="*/ 69 h 71"/>
              <a:gd name="T38" fmla="*/ 20 w 81"/>
              <a:gd name="T39" fmla="*/ 51 h 71"/>
              <a:gd name="T40" fmla="*/ 14 w 81"/>
              <a:gd name="T41" fmla="*/ 40 h 71"/>
              <a:gd name="T42" fmla="*/ 14 w 81"/>
              <a:gd name="T43" fmla="*/ 40 h 71"/>
              <a:gd name="T44" fmla="*/ 10 w 81"/>
              <a:gd name="T45" fmla="*/ 21 h 71"/>
              <a:gd name="T46" fmla="*/ 29 w 81"/>
              <a:gd name="T47" fmla="*/ 0 h 71"/>
              <a:gd name="T48" fmla="*/ 48 w 81"/>
              <a:gd name="T49" fmla="*/ 8 h 71"/>
              <a:gd name="T50" fmla="*/ 56 w 81"/>
              <a:gd name="T51" fmla="*/ 12 h 71"/>
              <a:gd name="T52" fmla="*/ 73 w 81"/>
              <a:gd name="T53" fmla="*/ 26 h 71"/>
              <a:gd name="T54" fmla="*/ 73 w 81"/>
              <a:gd name="T55" fmla="*/ 41 h 71"/>
              <a:gd name="T56" fmla="*/ 65 w 81"/>
              <a:gd name="T57" fmla="*/ 53 h 71"/>
              <a:gd name="T58" fmla="*/ 77 w 81"/>
              <a:gd name="T59" fmla="*/ 59 h 71"/>
              <a:gd name="T60" fmla="*/ 76 w 81"/>
              <a:gd name="T61" fmla="*/ 69 h 71"/>
              <a:gd name="T62" fmla="*/ 66 w 81"/>
              <a:gd name="T63" fmla="*/ 59 h 71"/>
              <a:gd name="T64" fmla="*/ 61 w 81"/>
              <a:gd name="T65" fmla="*/ 50 h 71"/>
              <a:gd name="T66" fmla="*/ 66 w 81"/>
              <a:gd name="T67" fmla="*/ 41 h 71"/>
              <a:gd name="T68" fmla="*/ 67 w 81"/>
              <a:gd name="T69" fmla="*/ 39 h 71"/>
              <a:gd name="T70" fmla="*/ 67 w 81"/>
              <a:gd name="T71" fmla="*/ 31 h 71"/>
              <a:gd name="T72" fmla="*/ 63 w 81"/>
              <a:gd name="T73" fmla="*/ 20 h 71"/>
              <a:gd name="T74" fmla="*/ 59 w 81"/>
              <a:gd name="T75" fmla="*/ 18 h 71"/>
              <a:gd name="T76" fmla="*/ 55 w 81"/>
              <a:gd name="T77" fmla="*/ 17 h 71"/>
              <a:gd name="T78" fmla="*/ 52 w 81"/>
              <a:gd name="T79" fmla="*/ 17 h 71"/>
              <a:gd name="T80" fmla="*/ 48 w 81"/>
              <a:gd name="T81" fmla="*/ 40 h 71"/>
              <a:gd name="T82" fmla="*/ 48 w 81"/>
              <a:gd name="T83" fmla="*/ 40 h 71"/>
              <a:gd name="T84" fmla="*/ 42 w 81"/>
              <a:gd name="T85" fmla="*/ 50 h 71"/>
              <a:gd name="T86" fmla="*/ 43 w 81"/>
              <a:gd name="T87" fmla="*/ 51 h 71"/>
              <a:gd name="T88" fmla="*/ 62 w 81"/>
              <a:gd name="T89" fmla="*/ 69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1" h="71">
                <a:moveTo>
                  <a:pt x="62" y="69"/>
                </a:moveTo>
                <a:cubicBezTo>
                  <a:pt x="62" y="70"/>
                  <a:pt x="61" y="71"/>
                  <a:pt x="59" y="71"/>
                </a:cubicBezTo>
                <a:cubicBezTo>
                  <a:pt x="58" y="71"/>
                  <a:pt x="57" y="70"/>
                  <a:pt x="57" y="69"/>
                </a:cubicBezTo>
                <a:cubicBezTo>
                  <a:pt x="57" y="65"/>
                  <a:pt x="55" y="63"/>
                  <a:pt x="53" y="61"/>
                </a:cubicBezTo>
                <a:cubicBezTo>
                  <a:pt x="50" y="58"/>
                  <a:pt x="46" y="57"/>
                  <a:pt x="44" y="57"/>
                </a:cubicBezTo>
                <a:cubicBezTo>
                  <a:pt x="42" y="57"/>
                  <a:pt x="40" y="56"/>
                  <a:pt x="39" y="55"/>
                </a:cubicBezTo>
                <a:cubicBezTo>
                  <a:pt x="39" y="55"/>
                  <a:pt x="39" y="55"/>
                  <a:pt x="39" y="55"/>
                </a:cubicBezTo>
                <a:cubicBezTo>
                  <a:pt x="38" y="53"/>
                  <a:pt x="37" y="52"/>
                  <a:pt x="37" y="50"/>
                </a:cubicBezTo>
                <a:cubicBezTo>
                  <a:pt x="37" y="48"/>
                  <a:pt x="37" y="48"/>
                  <a:pt x="37" y="48"/>
                </a:cubicBezTo>
                <a:cubicBezTo>
                  <a:pt x="37" y="47"/>
                  <a:pt x="38" y="46"/>
                  <a:pt x="38" y="46"/>
                </a:cubicBezTo>
                <a:cubicBezTo>
                  <a:pt x="40" y="45"/>
                  <a:pt x="41" y="42"/>
                  <a:pt x="42" y="40"/>
                </a:cubicBezTo>
                <a:cubicBezTo>
                  <a:pt x="43" y="39"/>
                  <a:pt x="43" y="37"/>
                  <a:pt x="44" y="36"/>
                </a:cubicBezTo>
                <a:cubicBezTo>
                  <a:pt x="44" y="36"/>
                  <a:pt x="44" y="36"/>
                  <a:pt x="44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5"/>
                  <a:pt x="46" y="34"/>
                  <a:pt x="47" y="33"/>
                </a:cubicBezTo>
                <a:cubicBezTo>
                  <a:pt x="47" y="32"/>
                  <a:pt x="47" y="31"/>
                  <a:pt x="47" y="30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29"/>
                  <a:pt x="46" y="28"/>
                  <a:pt x="46" y="27"/>
                </a:cubicBezTo>
                <a:cubicBezTo>
                  <a:pt x="46" y="27"/>
                  <a:pt x="46" y="27"/>
                  <a:pt x="46" y="27"/>
                </a:cubicBezTo>
                <a:cubicBezTo>
                  <a:pt x="46" y="25"/>
                  <a:pt x="47" y="23"/>
                  <a:pt x="47" y="22"/>
                </a:cubicBezTo>
                <a:cubicBezTo>
                  <a:pt x="47" y="20"/>
                  <a:pt x="47" y="19"/>
                  <a:pt x="47" y="18"/>
                </a:cubicBezTo>
                <a:cubicBezTo>
                  <a:pt x="47" y="18"/>
                  <a:pt x="47" y="18"/>
                  <a:pt x="47" y="18"/>
                </a:cubicBezTo>
                <a:cubicBezTo>
                  <a:pt x="47" y="16"/>
                  <a:pt x="46" y="13"/>
                  <a:pt x="44" y="11"/>
                </a:cubicBezTo>
                <a:cubicBezTo>
                  <a:pt x="43" y="10"/>
                  <a:pt x="42" y="9"/>
                  <a:pt x="41" y="10"/>
                </a:cubicBezTo>
                <a:cubicBezTo>
                  <a:pt x="40" y="10"/>
                  <a:pt x="39" y="10"/>
                  <a:pt x="38" y="9"/>
                </a:cubicBezTo>
                <a:cubicBezTo>
                  <a:pt x="37" y="9"/>
                  <a:pt x="37" y="8"/>
                  <a:pt x="36" y="7"/>
                </a:cubicBezTo>
                <a:cubicBezTo>
                  <a:pt x="36" y="7"/>
                  <a:pt x="35" y="6"/>
                  <a:pt x="34" y="6"/>
                </a:cubicBezTo>
                <a:cubicBezTo>
                  <a:pt x="32" y="6"/>
                  <a:pt x="30" y="6"/>
                  <a:pt x="29" y="6"/>
                </a:cubicBezTo>
                <a:cubicBezTo>
                  <a:pt x="26" y="6"/>
                  <a:pt x="23" y="7"/>
                  <a:pt x="21" y="8"/>
                </a:cubicBezTo>
                <a:cubicBezTo>
                  <a:pt x="19" y="9"/>
                  <a:pt x="17" y="11"/>
                  <a:pt x="16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5" y="16"/>
                  <a:pt x="15" y="19"/>
                  <a:pt x="15" y="21"/>
                </a:cubicBezTo>
                <a:cubicBezTo>
                  <a:pt x="15" y="23"/>
                  <a:pt x="15" y="25"/>
                  <a:pt x="16" y="27"/>
                </a:cubicBezTo>
                <a:cubicBezTo>
                  <a:pt x="16" y="27"/>
                  <a:pt x="16" y="28"/>
                  <a:pt x="16" y="28"/>
                </a:cubicBezTo>
                <a:cubicBezTo>
                  <a:pt x="16" y="29"/>
                  <a:pt x="16" y="29"/>
                  <a:pt x="16" y="30"/>
                </a:cubicBezTo>
                <a:cubicBezTo>
                  <a:pt x="16" y="30"/>
                  <a:pt x="16" y="30"/>
                  <a:pt x="16" y="30"/>
                </a:cubicBezTo>
                <a:cubicBezTo>
                  <a:pt x="16" y="30"/>
                  <a:pt x="16" y="30"/>
                  <a:pt x="16" y="30"/>
                </a:cubicBezTo>
                <a:cubicBezTo>
                  <a:pt x="16" y="30"/>
                  <a:pt x="16" y="30"/>
                  <a:pt x="16" y="30"/>
                </a:cubicBezTo>
                <a:cubicBezTo>
                  <a:pt x="15" y="31"/>
                  <a:pt x="15" y="32"/>
                  <a:pt x="16" y="33"/>
                </a:cubicBezTo>
                <a:cubicBezTo>
                  <a:pt x="16" y="33"/>
                  <a:pt x="16" y="33"/>
                  <a:pt x="16" y="33"/>
                </a:cubicBezTo>
                <a:cubicBezTo>
                  <a:pt x="16" y="34"/>
                  <a:pt x="17" y="35"/>
                  <a:pt x="18" y="36"/>
                </a:cubicBezTo>
                <a:cubicBezTo>
                  <a:pt x="18" y="36"/>
                  <a:pt x="18" y="36"/>
                  <a:pt x="18" y="36"/>
                </a:cubicBezTo>
                <a:cubicBezTo>
                  <a:pt x="18" y="36"/>
                  <a:pt x="18" y="36"/>
                  <a:pt x="18" y="36"/>
                </a:cubicBezTo>
                <a:cubicBezTo>
                  <a:pt x="19" y="37"/>
                  <a:pt x="20" y="39"/>
                  <a:pt x="20" y="40"/>
                </a:cubicBezTo>
                <a:cubicBezTo>
                  <a:pt x="21" y="42"/>
                  <a:pt x="22" y="45"/>
                  <a:pt x="24" y="46"/>
                </a:cubicBezTo>
                <a:cubicBezTo>
                  <a:pt x="25" y="47"/>
                  <a:pt x="26" y="48"/>
                  <a:pt x="26" y="49"/>
                </a:cubicBezTo>
                <a:cubicBezTo>
                  <a:pt x="26" y="49"/>
                  <a:pt x="26" y="49"/>
                  <a:pt x="26" y="49"/>
                </a:cubicBezTo>
                <a:cubicBezTo>
                  <a:pt x="26" y="50"/>
                  <a:pt x="26" y="50"/>
                  <a:pt x="26" y="50"/>
                </a:cubicBezTo>
                <a:cubicBezTo>
                  <a:pt x="26" y="52"/>
                  <a:pt x="25" y="53"/>
                  <a:pt x="23" y="55"/>
                </a:cubicBezTo>
                <a:cubicBezTo>
                  <a:pt x="22" y="56"/>
                  <a:pt x="20" y="57"/>
                  <a:pt x="18" y="57"/>
                </a:cubicBezTo>
                <a:cubicBezTo>
                  <a:pt x="16" y="57"/>
                  <a:pt x="12" y="58"/>
                  <a:pt x="9" y="61"/>
                </a:cubicBezTo>
                <a:cubicBezTo>
                  <a:pt x="7" y="63"/>
                  <a:pt x="6" y="65"/>
                  <a:pt x="6" y="69"/>
                </a:cubicBezTo>
                <a:cubicBezTo>
                  <a:pt x="6" y="70"/>
                  <a:pt x="5" y="71"/>
                  <a:pt x="3" y="71"/>
                </a:cubicBezTo>
                <a:cubicBezTo>
                  <a:pt x="2" y="71"/>
                  <a:pt x="0" y="70"/>
                  <a:pt x="0" y="69"/>
                </a:cubicBezTo>
                <a:cubicBezTo>
                  <a:pt x="0" y="64"/>
                  <a:pt x="3" y="60"/>
                  <a:pt x="5" y="57"/>
                </a:cubicBezTo>
                <a:cubicBezTo>
                  <a:pt x="9" y="53"/>
                  <a:pt x="15" y="52"/>
                  <a:pt x="18" y="51"/>
                </a:cubicBezTo>
                <a:cubicBezTo>
                  <a:pt x="19" y="51"/>
                  <a:pt x="19" y="51"/>
                  <a:pt x="20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17" y="48"/>
                  <a:pt x="16" y="45"/>
                  <a:pt x="15" y="42"/>
                </a:cubicBezTo>
                <a:cubicBezTo>
                  <a:pt x="15" y="41"/>
                  <a:pt x="14" y="40"/>
                  <a:pt x="14" y="40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0"/>
                  <a:pt x="14" y="40"/>
                  <a:pt x="14" y="40"/>
                </a:cubicBezTo>
                <a:cubicBezTo>
                  <a:pt x="11" y="37"/>
                  <a:pt x="8" y="32"/>
                  <a:pt x="11" y="28"/>
                </a:cubicBezTo>
                <a:cubicBezTo>
                  <a:pt x="10" y="26"/>
                  <a:pt x="10" y="23"/>
                  <a:pt x="10" y="21"/>
                </a:cubicBezTo>
                <a:cubicBezTo>
                  <a:pt x="10" y="18"/>
                  <a:pt x="10" y="15"/>
                  <a:pt x="11" y="12"/>
                </a:cubicBezTo>
                <a:cubicBezTo>
                  <a:pt x="12" y="8"/>
                  <a:pt x="15" y="6"/>
                  <a:pt x="18" y="4"/>
                </a:cubicBezTo>
                <a:cubicBezTo>
                  <a:pt x="21" y="2"/>
                  <a:pt x="24" y="1"/>
                  <a:pt x="29" y="0"/>
                </a:cubicBezTo>
                <a:cubicBezTo>
                  <a:pt x="30" y="0"/>
                  <a:pt x="32" y="0"/>
                  <a:pt x="35" y="1"/>
                </a:cubicBezTo>
                <a:cubicBezTo>
                  <a:pt x="37" y="1"/>
                  <a:pt x="39" y="2"/>
                  <a:pt x="41" y="4"/>
                </a:cubicBezTo>
                <a:cubicBezTo>
                  <a:pt x="43" y="4"/>
                  <a:pt x="46" y="5"/>
                  <a:pt x="48" y="8"/>
                </a:cubicBezTo>
                <a:cubicBezTo>
                  <a:pt x="49" y="9"/>
                  <a:pt x="50" y="10"/>
                  <a:pt x="50" y="11"/>
                </a:cubicBezTo>
                <a:cubicBezTo>
                  <a:pt x="52" y="11"/>
                  <a:pt x="54" y="11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9" y="12"/>
                  <a:pt x="62" y="13"/>
                  <a:pt x="63" y="15"/>
                </a:cubicBezTo>
                <a:cubicBezTo>
                  <a:pt x="65" y="15"/>
                  <a:pt x="68" y="16"/>
                  <a:pt x="69" y="18"/>
                </a:cubicBezTo>
                <a:cubicBezTo>
                  <a:pt x="71" y="21"/>
                  <a:pt x="73" y="24"/>
                  <a:pt x="73" y="26"/>
                </a:cubicBezTo>
                <a:cubicBezTo>
                  <a:pt x="73" y="28"/>
                  <a:pt x="73" y="30"/>
                  <a:pt x="73" y="32"/>
                </a:cubicBezTo>
                <a:cubicBezTo>
                  <a:pt x="72" y="33"/>
                  <a:pt x="72" y="34"/>
                  <a:pt x="72" y="34"/>
                </a:cubicBezTo>
                <a:cubicBezTo>
                  <a:pt x="73" y="36"/>
                  <a:pt x="73" y="39"/>
                  <a:pt x="73" y="41"/>
                </a:cubicBezTo>
                <a:cubicBezTo>
                  <a:pt x="72" y="43"/>
                  <a:pt x="71" y="44"/>
                  <a:pt x="69" y="45"/>
                </a:cubicBezTo>
                <a:cubicBezTo>
                  <a:pt x="69" y="46"/>
                  <a:pt x="69" y="47"/>
                  <a:pt x="69" y="47"/>
                </a:cubicBezTo>
                <a:cubicBezTo>
                  <a:pt x="68" y="49"/>
                  <a:pt x="67" y="51"/>
                  <a:pt x="65" y="53"/>
                </a:cubicBezTo>
                <a:cubicBezTo>
                  <a:pt x="65" y="53"/>
                  <a:pt x="65" y="54"/>
                  <a:pt x="65" y="54"/>
                </a:cubicBezTo>
                <a:cubicBezTo>
                  <a:pt x="65" y="54"/>
                  <a:pt x="66" y="54"/>
                  <a:pt x="66" y="54"/>
                </a:cubicBezTo>
                <a:cubicBezTo>
                  <a:pt x="69" y="54"/>
                  <a:pt x="74" y="56"/>
                  <a:pt x="77" y="59"/>
                </a:cubicBezTo>
                <a:cubicBezTo>
                  <a:pt x="79" y="61"/>
                  <a:pt x="81" y="64"/>
                  <a:pt x="81" y="69"/>
                </a:cubicBezTo>
                <a:cubicBezTo>
                  <a:pt x="81" y="70"/>
                  <a:pt x="80" y="71"/>
                  <a:pt x="78" y="71"/>
                </a:cubicBezTo>
                <a:cubicBezTo>
                  <a:pt x="77" y="71"/>
                  <a:pt x="76" y="70"/>
                  <a:pt x="76" y="69"/>
                </a:cubicBezTo>
                <a:cubicBezTo>
                  <a:pt x="76" y="66"/>
                  <a:pt x="74" y="64"/>
                  <a:pt x="73" y="63"/>
                </a:cubicBezTo>
                <a:cubicBezTo>
                  <a:pt x="71" y="61"/>
                  <a:pt x="68" y="60"/>
                  <a:pt x="66" y="59"/>
                </a:cubicBezTo>
                <a:cubicBezTo>
                  <a:pt x="66" y="59"/>
                  <a:pt x="66" y="59"/>
                  <a:pt x="66" y="59"/>
                </a:cubicBezTo>
                <a:cubicBezTo>
                  <a:pt x="64" y="59"/>
                  <a:pt x="62" y="58"/>
                  <a:pt x="61" y="57"/>
                </a:cubicBezTo>
                <a:cubicBezTo>
                  <a:pt x="60" y="56"/>
                  <a:pt x="59" y="54"/>
                  <a:pt x="59" y="52"/>
                </a:cubicBezTo>
                <a:cubicBezTo>
                  <a:pt x="59" y="51"/>
                  <a:pt x="60" y="50"/>
                  <a:pt x="61" y="50"/>
                </a:cubicBezTo>
                <a:cubicBezTo>
                  <a:pt x="62" y="49"/>
                  <a:pt x="63" y="47"/>
                  <a:pt x="64" y="45"/>
                </a:cubicBezTo>
                <a:cubicBezTo>
                  <a:pt x="64" y="45"/>
                  <a:pt x="64" y="45"/>
                  <a:pt x="64" y="45"/>
                </a:cubicBezTo>
                <a:cubicBezTo>
                  <a:pt x="64" y="44"/>
                  <a:pt x="65" y="42"/>
                  <a:pt x="66" y="41"/>
                </a:cubicBezTo>
                <a:cubicBezTo>
                  <a:pt x="66" y="41"/>
                  <a:pt x="66" y="41"/>
                  <a:pt x="66" y="41"/>
                </a:cubicBezTo>
                <a:cubicBezTo>
                  <a:pt x="66" y="41"/>
                  <a:pt x="66" y="41"/>
                  <a:pt x="66" y="41"/>
                </a:cubicBezTo>
                <a:cubicBezTo>
                  <a:pt x="66" y="41"/>
                  <a:pt x="67" y="40"/>
                  <a:pt x="67" y="39"/>
                </a:cubicBezTo>
                <a:cubicBezTo>
                  <a:pt x="68" y="38"/>
                  <a:pt x="68" y="38"/>
                  <a:pt x="67" y="37"/>
                </a:cubicBezTo>
                <a:cubicBezTo>
                  <a:pt x="67" y="37"/>
                  <a:pt x="67" y="36"/>
                  <a:pt x="67" y="35"/>
                </a:cubicBezTo>
                <a:cubicBezTo>
                  <a:pt x="67" y="34"/>
                  <a:pt x="67" y="32"/>
                  <a:pt x="67" y="31"/>
                </a:cubicBezTo>
                <a:cubicBezTo>
                  <a:pt x="68" y="30"/>
                  <a:pt x="68" y="28"/>
                  <a:pt x="68" y="27"/>
                </a:cubicBezTo>
                <a:cubicBezTo>
                  <a:pt x="67" y="26"/>
                  <a:pt x="67" y="23"/>
                  <a:pt x="65" y="22"/>
                </a:cubicBezTo>
                <a:cubicBezTo>
                  <a:pt x="64" y="21"/>
                  <a:pt x="64" y="20"/>
                  <a:pt x="63" y="20"/>
                </a:cubicBezTo>
                <a:cubicBezTo>
                  <a:pt x="62" y="21"/>
                  <a:pt x="62" y="20"/>
                  <a:pt x="61" y="20"/>
                </a:cubicBezTo>
                <a:cubicBezTo>
                  <a:pt x="61" y="20"/>
                  <a:pt x="61" y="20"/>
                  <a:pt x="61" y="20"/>
                </a:cubicBezTo>
                <a:cubicBezTo>
                  <a:pt x="60" y="20"/>
                  <a:pt x="59" y="19"/>
                  <a:pt x="59" y="18"/>
                </a:cubicBezTo>
                <a:cubicBezTo>
                  <a:pt x="59" y="18"/>
                  <a:pt x="59" y="18"/>
                  <a:pt x="59" y="18"/>
                </a:cubicBezTo>
                <a:cubicBezTo>
                  <a:pt x="58" y="18"/>
                  <a:pt x="57" y="17"/>
                  <a:pt x="55" y="17"/>
                </a:cubicBezTo>
                <a:cubicBezTo>
                  <a:pt x="55" y="17"/>
                  <a:pt x="55" y="17"/>
                  <a:pt x="55" y="17"/>
                </a:cubicBezTo>
                <a:cubicBezTo>
                  <a:pt x="54" y="17"/>
                  <a:pt x="53" y="17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3" y="19"/>
                  <a:pt x="53" y="21"/>
                  <a:pt x="52" y="23"/>
                </a:cubicBezTo>
                <a:cubicBezTo>
                  <a:pt x="52" y="24"/>
                  <a:pt x="52" y="26"/>
                  <a:pt x="51" y="27"/>
                </a:cubicBezTo>
                <a:cubicBezTo>
                  <a:pt x="54" y="32"/>
                  <a:pt x="51" y="37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7" y="41"/>
                  <a:pt x="47" y="42"/>
                </a:cubicBezTo>
                <a:cubicBezTo>
                  <a:pt x="46" y="45"/>
                  <a:pt x="45" y="48"/>
                  <a:pt x="42" y="50"/>
                </a:cubicBezTo>
                <a:cubicBezTo>
                  <a:pt x="42" y="50"/>
                  <a:pt x="43" y="50"/>
                  <a:pt x="43" y="51"/>
                </a:cubicBezTo>
                <a:cubicBezTo>
                  <a:pt x="43" y="51"/>
                  <a:pt x="43" y="51"/>
                  <a:pt x="43" y="51"/>
                </a:cubicBezTo>
                <a:cubicBezTo>
                  <a:pt x="43" y="51"/>
                  <a:pt x="43" y="51"/>
                  <a:pt x="43" y="51"/>
                </a:cubicBezTo>
                <a:cubicBezTo>
                  <a:pt x="43" y="51"/>
                  <a:pt x="44" y="51"/>
                  <a:pt x="45" y="51"/>
                </a:cubicBezTo>
                <a:cubicBezTo>
                  <a:pt x="48" y="52"/>
                  <a:pt x="53" y="53"/>
                  <a:pt x="57" y="57"/>
                </a:cubicBezTo>
                <a:cubicBezTo>
                  <a:pt x="60" y="60"/>
                  <a:pt x="62" y="64"/>
                  <a:pt x="62" y="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lstStyle/>
          <a:p>
            <a:endParaRPr lang="zh-CN" altLang="en-US"/>
          </a:p>
        </p:txBody>
      </p:sp>
      <p:sp>
        <p:nvSpPr>
          <p:cNvPr id="31" name="TextBox 1074"/>
          <p:cNvSpPr txBox="1"/>
          <p:nvPr/>
        </p:nvSpPr>
        <p:spPr>
          <a:xfrm>
            <a:off x="1955165" y="3551555"/>
            <a:ext cx="389699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lIns="91429" tIns="45714" rIns="91429" bIns="45714">
            <a:spAutoFit/>
          </a:bodyPr>
          <a:lstStyle/>
          <a:p>
            <a:pPr defTabSz="0"/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18" charset="0"/>
              </a:rPr>
              <a:t>主讲人：刘  鑫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6314">
        <p14:flip dir="r"/>
      </p:transition>
    </mc:Choice>
    <mc:Fallback>
      <p:transition spd="slow" advTm="1631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84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8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8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477" grpId="0" bldLvl="0" animBg="1"/>
      <p:bldP spid="78478" grpId="0" bldLvl="0" animBg="1"/>
      <p:bldP spid="78480" grpId="0"/>
      <p:bldP spid="78473" grpId="0" bldLvl="0" animBg="1"/>
      <p:bldP spid="78474" grpId="0" bldLvl="0" animBg="1"/>
      <p:bldP spid="68" grpId="0" bldLvl="0" animBg="1"/>
      <p:bldP spid="70" grpId="0" bldLvl="0" animBg="1"/>
      <p:bldP spid="135" grpId="0" bldLvl="0" animBg="1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3411146" y="3224760"/>
            <a:ext cx="5565140" cy="783590"/>
          </a:xfrm>
          <a:prstGeom prst="rect">
            <a:avLst/>
          </a:prstGeom>
          <a:noFill/>
        </p:spPr>
        <p:txBody>
          <a:bodyPr wrap="square" lIns="0" tIns="0" rIns="0" bIns="45714" rtlCol="0">
            <a:spAutoFit/>
          </a:bodyPr>
          <a:lstStyle/>
          <a:p>
            <a:pPr algn="ctr" defTabSz="0"/>
            <a:r>
              <a:rPr lang="zh-CN" altLang="en-US" sz="4800" dirty="0">
                <a:solidFill>
                  <a:srgbClr val="D4B46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pitchFamily="18" charset="-122"/>
              </a:rPr>
              <a:t>感谢大家</a:t>
            </a:r>
            <a:r>
              <a:rPr lang="zh-CN" altLang="en-US" sz="4800" dirty="0">
                <a:solidFill>
                  <a:srgbClr val="D4B46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pitchFamily="18" charset="-122"/>
              </a:rPr>
              <a:t>的聆听！</a:t>
            </a:r>
            <a:endParaRPr lang="zh-CN" altLang="en-US" sz="4800" dirty="0">
              <a:solidFill>
                <a:srgbClr val="D4B46D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pitchFamily="18" charset="-122"/>
            </a:endParaRPr>
          </a:p>
        </p:txBody>
      </p:sp>
      <p:sp>
        <p:nvSpPr>
          <p:cNvPr id="11" name="泪滴形 10"/>
          <p:cNvSpPr/>
          <p:nvPr/>
        </p:nvSpPr>
        <p:spPr>
          <a:xfrm rot="8100000">
            <a:off x="5105400" y="1455420"/>
            <a:ext cx="1460500" cy="1468120"/>
          </a:xfrm>
          <a:prstGeom prst="teardrop">
            <a:avLst>
              <a:gd name="adj" fmla="val 8339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"/>
          <p:cNvSpPr txBox="1"/>
          <p:nvPr/>
        </p:nvSpPr>
        <p:spPr>
          <a:xfrm>
            <a:off x="4982845" y="2039620"/>
            <a:ext cx="1751330" cy="482396"/>
          </a:xfrm>
          <a:prstGeom prst="rect">
            <a:avLst/>
          </a:prstGeom>
          <a:noFill/>
        </p:spPr>
        <p:txBody>
          <a:bodyPr wrap="square" lIns="0" tIns="0" rIns="0" bIns="45714" rtlCol="0">
            <a:spAutoFit/>
          </a:bodyPr>
          <a:lstStyle/>
          <a:p>
            <a:pPr algn="ctr" defTabSz="0"/>
            <a:r>
              <a:rPr lang="en-US" altLang="zh-CN" sz="2800" b="1" dirty="0">
                <a:solidFill>
                  <a:schemeClr val="bg1"/>
                </a:solidFill>
                <a:latin typeface="+mj-lt"/>
                <a:ea typeface="微软雅黑" panose="020B0503020204020204" pitchFamily="18" charset="-122"/>
                <a:cs typeface="微软雅黑" panose="020B0503020204020204" pitchFamily="18" charset="-122"/>
              </a:rPr>
              <a:t>THANKS</a:t>
            </a:r>
            <a:endParaRPr lang="en-US" altLang="zh-CN" sz="2800" b="1" dirty="0">
              <a:solidFill>
                <a:schemeClr val="bg1"/>
              </a:solidFill>
              <a:latin typeface="+mj-lt"/>
              <a:ea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4688">
        <p14:switch dir="r"/>
      </p:transition>
    </mc:Choice>
    <mc:Fallback>
      <p:transition spd="slow" advTm="468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 animBg="1"/>
      <p:bldP spid="18" grpId="0"/>
    </p:bldLst>
  </p:timing>
</p:sld>
</file>

<file path=ppt/tags/tag1.xml><?xml version="1.0" encoding="utf-8"?>
<p:tagLst xmlns:p="http://schemas.openxmlformats.org/presentationml/2006/main">
  <p:tag name="TIMING" val="|0.6|2.1|1|1.6|3.2"/>
</p:tagLst>
</file>

<file path=ppt/tags/tag2.xml><?xml version="1.0" encoding="utf-8"?>
<p:tagLst xmlns:p="http://schemas.openxmlformats.org/presentationml/2006/main">
  <p:tag name="TIMING" val="|0.1|0.7|0.7|0.6|0.4|0.6|0.4|0.5|0.4|0.7|0.7"/>
</p:tagLst>
</file>

<file path=ppt/tags/tag3.xml><?xml version="1.0" encoding="utf-8"?>
<p:tagLst xmlns:p="http://schemas.openxmlformats.org/presentationml/2006/main">
  <p:tag name="TIMING" val="|0.6|1.4|0.6|1.3"/>
</p:tagLst>
</file>

<file path=ppt/tags/tag4.xml><?xml version="1.0" encoding="utf-8"?>
<p:tagLst xmlns:p="http://schemas.openxmlformats.org/presentationml/2006/main">
  <p:tag name="TIMING" val="|0.2|0.9|0.6|0.9|0.7|0.7|1.3"/>
</p:tagLst>
</file>

<file path=ppt/tags/tag5.xml><?xml version="1.0" encoding="utf-8"?>
<p:tagLst xmlns:p="http://schemas.openxmlformats.org/presentationml/2006/main">
  <p:tag name="TIMING" val="|0.6|1.7|1.4|1.3"/>
</p:tagLst>
</file>

<file path=ppt/tags/tag6.xml><?xml version="1.0" encoding="utf-8"?>
<p:tagLst xmlns:p="http://schemas.openxmlformats.org/presentationml/2006/main">
  <p:tag name="TIMING" val="|0.6|0.8|0.7|1|0.7|1.3|1.3|1.3"/>
</p:tagLst>
</file>

<file path=ppt/tags/tag7.xml><?xml version="1.0" encoding="utf-8"?>
<p:tagLst xmlns:p="http://schemas.openxmlformats.org/presentationml/2006/main">
  <p:tag name="KSO_WM_UNIT_PLACING_PICTURE_USER_VIEWPORT" val="{&quot;height&quot;:15840,&quot;width&quot;:7542}"/>
</p:tagLst>
</file>

<file path=ppt/tags/tag8.xml><?xml version="1.0" encoding="utf-8"?>
<p:tagLst xmlns:p="http://schemas.openxmlformats.org/presentationml/2006/main">
  <p:tag name="TIMING" val="|0.7|0.8|1|0.9|0.8|0.7|0.7|0.6|0.6|0.6|0.6|0.7|0.6|0.8|0.8|0.8|0.6|0.5"/>
</p:tagLst>
</file>

<file path=ppt/tags/tag9.xml><?xml version="1.0" encoding="utf-8"?>
<p:tagLst xmlns:p="http://schemas.openxmlformats.org/presentationml/2006/main">
  <p:tag name="TIMING" val="|0.7|0.8|1|0.9|0.8|0.7|0.7|0.6|0.6|0.6|0.6|0.7|0.6|0.8|0.8|0.8|0.6|0.5"/>
</p:tagLst>
</file>

<file path=ppt/tags/tag10.xml><?xml version="1.0" encoding="utf-8"?>
<p:tagLst xmlns:p="http://schemas.openxmlformats.org/presentationml/2006/main">
  <p:tag name="TIMING" val="|0.6|1.4|0.7|1.3"/>
</p:tagLst>
</file>

<file path=ppt/tags/tag11.xml><?xml version="1.0" encoding="utf-8"?>
<p:tagLst xmlns:p="http://schemas.openxmlformats.org/presentationml/2006/main">
  <p:tag name="TIMING" val="|0.5|0.7|0.6|0.8|0.8|1.4|1|0.7|0.8|1.4|0.7|1.3|0.7"/>
</p:tagLst>
</file>

<file path=ppt/tags/tag12.xml><?xml version="1.0" encoding="utf-8"?>
<p:tagLst xmlns:p="http://schemas.openxmlformats.org/presentationml/2006/main">
  <p:tag name="TIMING" val="|0.4|1.3|0.5|1.3"/>
</p:tagLst>
</file>

<file path=ppt/tags/tag13.xml><?xml version="1.0" encoding="utf-8"?>
<p:tagLst xmlns:p="http://schemas.openxmlformats.org/presentationml/2006/main">
  <p:tag name="TIMING" val="|0.6|0.7|0.5|0.8|0.5|0.9|0.8|0.5|0.6|0.6|1.1|0.3|0.4|0.7|0.7|1.1|0.3|0.7|0.7|0.7|0.6|0.7"/>
</p:tagLst>
</file>

<file path=ppt/tags/tag14.xml><?xml version="1.0" encoding="utf-8"?>
<p:tagLst xmlns:p="http://schemas.openxmlformats.org/presentationml/2006/main">
  <p:tag name="TIMING" val="|0.4|1.4|1"/>
</p:tagLst>
</file>

<file path=ppt/tags/tag15.xml><?xml version="1.0" encoding="utf-8"?>
<p:tagLst xmlns:p="http://schemas.openxmlformats.org/presentationml/2006/main">
  <p:tag name="ISPRING_PRESENTATION_TITLE" val="Slide 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>
            <a:alphaModFix amt="78000"/>
          </a:blip>
          <a:tile ty="0" sy="100000"/>
        </a:blipFill>
        <a:ln w="12700">
          <a:solidFill>
            <a:srgbClr val="000000">
              <a:alpha val="0"/>
            </a:srgbClr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</Words>
  <Application>WPS 演示</Application>
  <PresentationFormat>自定义</PresentationFormat>
  <Paragraphs>167</Paragraphs>
  <Slides>14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黑体</vt:lpstr>
      <vt:lpstr>Calibri</vt:lpstr>
      <vt:lpstr>Calibri Light</vt:lpstr>
      <vt:lpstr>Times New Roman</vt:lpstr>
      <vt:lpstr>微软雅黑 Light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one</cp:lastModifiedBy>
  <cp:revision>5</cp:revision>
  <dcterms:created xsi:type="dcterms:W3CDTF">2020-11-15T10:59:00Z</dcterms:created>
  <dcterms:modified xsi:type="dcterms:W3CDTF">2020-11-16T05:52:18Z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